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3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4047" r:id="rId2"/>
    <p:sldMasterId id="2147484054" r:id="rId3"/>
    <p:sldMasterId id="2147484113" r:id="rId4"/>
  </p:sldMasterIdLst>
  <p:notesMasterIdLst>
    <p:notesMasterId r:id="rId10"/>
  </p:notesMasterIdLst>
  <p:handoutMasterIdLst>
    <p:handoutMasterId r:id="rId11"/>
  </p:handoutMasterIdLst>
  <p:sldIdLst>
    <p:sldId id="2147375146" r:id="rId5"/>
    <p:sldId id="4730" r:id="rId6"/>
    <p:sldId id="4731" r:id="rId7"/>
    <p:sldId id="2147375152" r:id="rId8"/>
    <p:sldId id="28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F9D35D0-C841-4408-9E1B-C0FE71C2013B}">
          <p14:sldIdLst>
            <p14:sldId id="2147375146"/>
            <p14:sldId id="4730"/>
            <p14:sldId id="4731"/>
            <p14:sldId id="2147375152"/>
            <p14:sldId id="28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4" clrIdx="0">
    <p:extLst>
      <p:ext uri="{19B8F6BF-5375-455C-9EA6-DF929625EA0E}">
        <p15:presenceInfo xmlns:p15="http://schemas.microsoft.com/office/powerpoint/2012/main" userId="Admin" providerId="None"/>
      </p:ext>
    </p:extLst>
  </p:cmAuthor>
  <p:cmAuthor id="2" name="Microsoft Office User" initials="MOU" lastIdx="3" clrIdx="1">
    <p:extLst>
      <p:ext uri="{19B8F6BF-5375-455C-9EA6-DF929625EA0E}">
        <p15:presenceInfo xmlns:p15="http://schemas.microsoft.com/office/powerpoint/2012/main" userId="Microsoft Office 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A7CD"/>
    <a:srgbClr val="FA86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703" autoAdjust="0"/>
    <p:restoredTop sz="93979" autoAdjust="0"/>
  </p:normalViewPr>
  <p:slideViewPr>
    <p:cSldViewPr snapToGrid="0" snapToObjects="1">
      <p:cViewPr varScale="1">
        <p:scale>
          <a:sx n="111" d="100"/>
          <a:sy n="111" d="100"/>
        </p:scale>
        <p:origin x="780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2" d="100"/>
          <a:sy n="52" d="100"/>
        </p:scale>
        <p:origin x="2680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BBBCDCC-8B1A-5347-BFD9-45979776FDC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6F7970-F7A1-1745-A72A-135688AADB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A64B99-89A5-0741-917D-F1E7FD46FE7A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AB0BEE-A415-EE40-8618-E3A0D9A433E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738FF6-DE6B-5545-A7C6-D3EDE8EE844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9AA7A5-76D1-9345-B141-98B5494953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223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836CE6-5034-F64B-B166-C8ADB9025842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EB38FF-9B17-1A46-B959-49EC4F2E6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53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8D726-D0BC-B240-A677-46F99704B744}" type="slidenum">
              <a:rPr lang="en-US" smtClean="0">
                <a:solidFill>
                  <a:prstClr val="black"/>
                </a:solidFill>
              </a:rPr>
              <a:pPr/>
              <a:t>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03201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6B8D726-D0BC-B240-A677-46F99704B74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2813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tiff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tiff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Relationship Id="rId4" Type="http://schemas.openxmlformats.org/officeDocument/2006/relationships/image" Target="../media/image6.emf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Relationship Id="rId4" Type="http://schemas.openxmlformats.org/officeDocument/2006/relationships/image" Target="../media/image6.emf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1A85F3E-2CF6-9E46-AE01-96E27850575D}"/>
              </a:ext>
            </a:extLst>
          </p:cNvPr>
          <p:cNvSpPr txBox="1">
            <a:spLocks/>
          </p:cNvSpPr>
          <p:nvPr userDrawn="1"/>
        </p:nvSpPr>
        <p:spPr>
          <a:xfrm>
            <a:off x="4320462" y="6408739"/>
            <a:ext cx="3431899" cy="30488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and Confidential</a:t>
            </a:r>
            <a:endParaRPr lang="en-US" sz="16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EA0CF45-0B24-394D-8134-22C65E72D591}"/>
              </a:ext>
            </a:extLst>
          </p:cNvPr>
          <p:cNvSpPr txBox="1">
            <a:spLocks/>
          </p:cNvSpPr>
          <p:nvPr userDrawn="1"/>
        </p:nvSpPr>
        <p:spPr>
          <a:xfrm>
            <a:off x="10849294" y="6408739"/>
            <a:ext cx="1067078" cy="18256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6F68F43-4567-4CB0-B00D-7267D614B448}" type="slidenum">
              <a:rPr lang="en-US" sz="160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6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C983AE-5F98-8142-8644-576D24C8A10D}"/>
              </a:ext>
            </a:extLst>
          </p:cNvPr>
          <p:cNvSpPr/>
          <p:nvPr userDrawn="1"/>
        </p:nvSpPr>
        <p:spPr>
          <a:xfrm flipH="1">
            <a:off x="1588" y="627903"/>
            <a:ext cx="560419" cy="270354"/>
          </a:xfrm>
          <a:custGeom>
            <a:avLst/>
            <a:gdLst>
              <a:gd name="connsiteX0" fmla="*/ 0 w 14981402"/>
              <a:gd name="connsiteY0" fmla="*/ 0 h 3987559"/>
              <a:gd name="connsiteX1" fmla="*/ 14981402 w 14981402"/>
              <a:gd name="connsiteY1" fmla="*/ 0 h 3987559"/>
              <a:gd name="connsiteX2" fmla="*/ 14981402 w 14981402"/>
              <a:gd name="connsiteY2" fmla="*/ 3987559 h 3987559"/>
              <a:gd name="connsiteX3" fmla="*/ 0 w 14981402"/>
              <a:gd name="connsiteY3" fmla="*/ 3987559 h 3987559"/>
              <a:gd name="connsiteX4" fmla="*/ 0 w 14981402"/>
              <a:gd name="connsiteY4" fmla="*/ 0 h 3987559"/>
              <a:gd name="connsiteX0" fmla="*/ 1261242 w 14981402"/>
              <a:gd name="connsiteY0" fmla="*/ 0 h 3987559"/>
              <a:gd name="connsiteX1" fmla="*/ 14981402 w 14981402"/>
              <a:gd name="connsiteY1" fmla="*/ 0 h 3987559"/>
              <a:gd name="connsiteX2" fmla="*/ 14981402 w 14981402"/>
              <a:gd name="connsiteY2" fmla="*/ 3987559 h 3987559"/>
              <a:gd name="connsiteX3" fmla="*/ 0 w 14981402"/>
              <a:gd name="connsiteY3" fmla="*/ 3987559 h 3987559"/>
              <a:gd name="connsiteX4" fmla="*/ 1261242 w 14981402"/>
              <a:gd name="connsiteY4" fmla="*/ 0 h 3987559"/>
              <a:gd name="connsiteX0" fmla="*/ 1229711 w 14981402"/>
              <a:gd name="connsiteY0" fmla="*/ 0 h 3987559"/>
              <a:gd name="connsiteX1" fmla="*/ 14981402 w 14981402"/>
              <a:gd name="connsiteY1" fmla="*/ 0 h 3987559"/>
              <a:gd name="connsiteX2" fmla="*/ 14981402 w 14981402"/>
              <a:gd name="connsiteY2" fmla="*/ 3987559 h 3987559"/>
              <a:gd name="connsiteX3" fmla="*/ 0 w 14981402"/>
              <a:gd name="connsiteY3" fmla="*/ 3987559 h 3987559"/>
              <a:gd name="connsiteX4" fmla="*/ 1229711 w 14981402"/>
              <a:gd name="connsiteY4" fmla="*/ 0 h 3987559"/>
              <a:gd name="connsiteX0" fmla="*/ 2516033 w 16267724"/>
              <a:gd name="connsiteY0" fmla="*/ 0 h 3987559"/>
              <a:gd name="connsiteX1" fmla="*/ 16267724 w 16267724"/>
              <a:gd name="connsiteY1" fmla="*/ 0 h 3987559"/>
              <a:gd name="connsiteX2" fmla="*/ 16267724 w 16267724"/>
              <a:gd name="connsiteY2" fmla="*/ 3987559 h 3987559"/>
              <a:gd name="connsiteX3" fmla="*/ 0 w 16267724"/>
              <a:gd name="connsiteY3" fmla="*/ 3987559 h 3987559"/>
              <a:gd name="connsiteX4" fmla="*/ 2516033 w 16267724"/>
              <a:gd name="connsiteY4" fmla="*/ 0 h 3987559"/>
              <a:gd name="connsiteX0" fmla="*/ -1 w 13751690"/>
              <a:gd name="connsiteY0" fmla="*/ 0 h 3987559"/>
              <a:gd name="connsiteX1" fmla="*/ 13751690 w 13751690"/>
              <a:gd name="connsiteY1" fmla="*/ 0 h 3987559"/>
              <a:gd name="connsiteX2" fmla="*/ 13751690 w 13751690"/>
              <a:gd name="connsiteY2" fmla="*/ 3987559 h 3987559"/>
              <a:gd name="connsiteX3" fmla="*/ 354838 w 13751690"/>
              <a:gd name="connsiteY3" fmla="*/ 3226202 h 3987559"/>
              <a:gd name="connsiteX4" fmla="*/ -1 w 13751690"/>
              <a:gd name="connsiteY4" fmla="*/ 0 h 3987559"/>
              <a:gd name="connsiteX0" fmla="*/ 2409708 w 16161399"/>
              <a:gd name="connsiteY0" fmla="*/ 0 h 3987559"/>
              <a:gd name="connsiteX1" fmla="*/ 16161399 w 16161399"/>
              <a:gd name="connsiteY1" fmla="*/ 0 h 3987559"/>
              <a:gd name="connsiteX2" fmla="*/ 16161399 w 16161399"/>
              <a:gd name="connsiteY2" fmla="*/ 3987559 h 3987559"/>
              <a:gd name="connsiteX3" fmla="*/ 0 w 16161399"/>
              <a:gd name="connsiteY3" fmla="*/ 3960361 h 3987559"/>
              <a:gd name="connsiteX4" fmla="*/ 2409708 w 16161399"/>
              <a:gd name="connsiteY4" fmla="*/ 0 h 3987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61399" h="3987559">
                <a:moveTo>
                  <a:pt x="2409708" y="0"/>
                </a:moveTo>
                <a:lnTo>
                  <a:pt x="16161399" y="0"/>
                </a:lnTo>
                <a:lnTo>
                  <a:pt x="16161399" y="3987559"/>
                </a:lnTo>
                <a:lnTo>
                  <a:pt x="0" y="3960361"/>
                </a:lnTo>
                <a:lnTo>
                  <a:pt x="2409708" y="0"/>
                </a:lnTo>
                <a:close/>
              </a:path>
            </a:pathLst>
          </a:custGeom>
          <a:solidFill>
            <a:srgbClr val="19A7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17"/>
            <a:endParaRPr lang="en-US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CDC0029-D190-9C42-8D89-A191974B24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550" y="404869"/>
            <a:ext cx="10515600" cy="716422"/>
          </a:xfrm>
        </p:spPr>
        <p:txBody>
          <a:bodyPr>
            <a:normAutofit/>
          </a:bodyPr>
          <a:lstStyle>
            <a:lvl1pPr>
              <a:defRPr sz="2200" b="1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6E6B56-FD07-9E44-B65F-38357D604F3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0258" y="419996"/>
            <a:ext cx="892157" cy="791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301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dia Placeholder 4">
            <a:extLst>
              <a:ext uri="{FF2B5EF4-FFF2-40B4-BE49-F238E27FC236}">
                <a16:creationId xmlns:a16="http://schemas.microsoft.com/office/drawing/2014/main" id="{164BC5A6-8E6C-BA43-ABCB-A08432302535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874610" y="1346252"/>
            <a:ext cx="9921875" cy="4789487"/>
          </a:xfrm>
        </p:spPr>
        <p:txBody>
          <a:bodyPr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DD062FB-750B-CC40-8BBE-42BF6D93E1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4610" y="443784"/>
            <a:ext cx="10515600" cy="578771"/>
          </a:xfrm>
        </p:spPr>
        <p:txBody>
          <a:bodyPr>
            <a:normAutofit/>
          </a:bodyPr>
          <a:lstStyle>
            <a:lvl1pPr>
              <a:defRPr sz="2200" b="1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9E9CF427-EAFF-0B4D-B839-5D561514FAB8}"/>
              </a:ext>
            </a:extLst>
          </p:cNvPr>
          <p:cNvSpPr/>
          <p:nvPr userDrawn="1"/>
        </p:nvSpPr>
        <p:spPr>
          <a:xfrm flipH="1">
            <a:off x="1588" y="627903"/>
            <a:ext cx="560419" cy="270354"/>
          </a:xfrm>
          <a:custGeom>
            <a:avLst/>
            <a:gdLst>
              <a:gd name="connsiteX0" fmla="*/ 0 w 14981402"/>
              <a:gd name="connsiteY0" fmla="*/ 0 h 3987559"/>
              <a:gd name="connsiteX1" fmla="*/ 14981402 w 14981402"/>
              <a:gd name="connsiteY1" fmla="*/ 0 h 3987559"/>
              <a:gd name="connsiteX2" fmla="*/ 14981402 w 14981402"/>
              <a:gd name="connsiteY2" fmla="*/ 3987559 h 3987559"/>
              <a:gd name="connsiteX3" fmla="*/ 0 w 14981402"/>
              <a:gd name="connsiteY3" fmla="*/ 3987559 h 3987559"/>
              <a:gd name="connsiteX4" fmla="*/ 0 w 14981402"/>
              <a:gd name="connsiteY4" fmla="*/ 0 h 3987559"/>
              <a:gd name="connsiteX0" fmla="*/ 1261242 w 14981402"/>
              <a:gd name="connsiteY0" fmla="*/ 0 h 3987559"/>
              <a:gd name="connsiteX1" fmla="*/ 14981402 w 14981402"/>
              <a:gd name="connsiteY1" fmla="*/ 0 h 3987559"/>
              <a:gd name="connsiteX2" fmla="*/ 14981402 w 14981402"/>
              <a:gd name="connsiteY2" fmla="*/ 3987559 h 3987559"/>
              <a:gd name="connsiteX3" fmla="*/ 0 w 14981402"/>
              <a:gd name="connsiteY3" fmla="*/ 3987559 h 3987559"/>
              <a:gd name="connsiteX4" fmla="*/ 1261242 w 14981402"/>
              <a:gd name="connsiteY4" fmla="*/ 0 h 3987559"/>
              <a:gd name="connsiteX0" fmla="*/ 1229711 w 14981402"/>
              <a:gd name="connsiteY0" fmla="*/ 0 h 3987559"/>
              <a:gd name="connsiteX1" fmla="*/ 14981402 w 14981402"/>
              <a:gd name="connsiteY1" fmla="*/ 0 h 3987559"/>
              <a:gd name="connsiteX2" fmla="*/ 14981402 w 14981402"/>
              <a:gd name="connsiteY2" fmla="*/ 3987559 h 3987559"/>
              <a:gd name="connsiteX3" fmla="*/ 0 w 14981402"/>
              <a:gd name="connsiteY3" fmla="*/ 3987559 h 3987559"/>
              <a:gd name="connsiteX4" fmla="*/ 1229711 w 14981402"/>
              <a:gd name="connsiteY4" fmla="*/ 0 h 3987559"/>
              <a:gd name="connsiteX0" fmla="*/ 2516033 w 16267724"/>
              <a:gd name="connsiteY0" fmla="*/ 0 h 3987559"/>
              <a:gd name="connsiteX1" fmla="*/ 16267724 w 16267724"/>
              <a:gd name="connsiteY1" fmla="*/ 0 h 3987559"/>
              <a:gd name="connsiteX2" fmla="*/ 16267724 w 16267724"/>
              <a:gd name="connsiteY2" fmla="*/ 3987559 h 3987559"/>
              <a:gd name="connsiteX3" fmla="*/ 0 w 16267724"/>
              <a:gd name="connsiteY3" fmla="*/ 3987559 h 3987559"/>
              <a:gd name="connsiteX4" fmla="*/ 2516033 w 16267724"/>
              <a:gd name="connsiteY4" fmla="*/ 0 h 3987559"/>
              <a:gd name="connsiteX0" fmla="*/ -1 w 13751690"/>
              <a:gd name="connsiteY0" fmla="*/ 0 h 3987559"/>
              <a:gd name="connsiteX1" fmla="*/ 13751690 w 13751690"/>
              <a:gd name="connsiteY1" fmla="*/ 0 h 3987559"/>
              <a:gd name="connsiteX2" fmla="*/ 13751690 w 13751690"/>
              <a:gd name="connsiteY2" fmla="*/ 3987559 h 3987559"/>
              <a:gd name="connsiteX3" fmla="*/ 354838 w 13751690"/>
              <a:gd name="connsiteY3" fmla="*/ 3226202 h 3987559"/>
              <a:gd name="connsiteX4" fmla="*/ -1 w 13751690"/>
              <a:gd name="connsiteY4" fmla="*/ 0 h 3987559"/>
              <a:gd name="connsiteX0" fmla="*/ 2409708 w 16161399"/>
              <a:gd name="connsiteY0" fmla="*/ 0 h 3987559"/>
              <a:gd name="connsiteX1" fmla="*/ 16161399 w 16161399"/>
              <a:gd name="connsiteY1" fmla="*/ 0 h 3987559"/>
              <a:gd name="connsiteX2" fmla="*/ 16161399 w 16161399"/>
              <a:gd name="connsiteY2" fmla="*/ 3987559 h 3987559"/>
              <a:gd name="connsiteX3" fmla="*/ 0 w 16161399"/>
              <a:gd name="connsiteY3" fmla="*/ 3960361 h 3987559"/>
              <a:gd name="connsiteX4" fmla="*/ 2409708 w 16161399"/>
              <a:gd name="connsiteY4" fmla="*/ 0 h 3987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61399" h="3987559">
                <a:moveTo>
                  <a:pt x="2409708" y="0"/>
                </a:moveTo>
                <a:lnTo>
                  <a:pt x="16161399" y="0"/>
                </a:lnTo>
                <a:lnTo>
                  <a:pt x="16161399" y="3987559"/>
                </a:lnTo>
                <a:lnTo>
                  <a:pt x="0" y="3960361"/>
                </a:lnTo>
                <a:lnTo>
                  <a:pt x="2409708" y="0"/>
                </a:lnTo>
                <a:close/>
              </a:path>
            </a:pathLst>
          </a:custGeom>
          <a:solidFill>
            <a:srgbClr val="19A7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17"/>
            <a:endParaRPr lang="en-US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E645C9-9155-BE49-9B4D-7E17BD950CAF}"/>
              </a:ext>
            </a:extLst>
          </p:cNvPr>
          <p:cNvSpPr/>
          <p:nvPr userDrawn="1"/>
        </p:nvSpPr>
        <p:spPr>
          <a:xfrm>
            <a:off x="5281257" y="3244334"/>
            <a:ext cx="16294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TABLE SLIDE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2E4A4A8-F977-924C-82A7-5EB309AB3C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0258" y="419996"/>
            <a:ext cx="892157" cy="791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620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D9DD6903-31DD-5348-931E-827644FF87F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99169" y="-174171"/>
            <a:ext cx="12590339" cy="720634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860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D9DD6903-31DD-5348-931E-827644FF87F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978704" y="-174171"/>
            <a:ext cx="8412466" cy="7206342"/>
          </a:xfrm>
          <a:custGeom>
            <a:avLst/>
            <a:gdLst>
              <a:gd name="connsiteX0" fmla="*/ 0 w 16731340"/>
              <a:gd name="connsiteY0" fmla="*/ 0 h 14412684"/>
              <a:gd name="connsiteX1" fmla="*/ 16731340 w 16731340"/>
              <a:gd name="connsiteY1" fmla="*/ 0 h 14412684"/>
              <a:gd name="connsiteX2" fmla="*/ 16731340 w 16731340"/>
              <a:gd name="connsiteY2" fmla="*/ 14412684 h 14412684"/>
              <a:gd name="connsiteX3" fmla="*/ 0 w 16731340"/>
              <a:gd name="connsiteY3" fmla="*/ 14412684 h 14412684"/>
              <a:gd name="connsiteX4" fmla="*/ 0 w 16731340"/>
              <a:gd name="connsiteY4" fmla="*/ 0 h 14412684"/>
              <a:gd name="connsiteX0" fmla="*/ 0 w 16731340"/>
              <a:gd name="connsiteY0" fmla="*/ 0 h 14412684"/>
              <a:gd name="connsiteX1" fmla="*/ 16731340 w 16731340"/>
              <a:gd name="connsiteY1" fmla="*/ 0 h 14412684"/>
              <a:gd name="connsiteX2" fmla="*/ 16731340 w 16731340"/>
              <a:gd name="connsiteY2" fmla="*/ 14412684 h 14412684"/>
              <a:gd name="connsiteX3" fmla="*/ 4259766 w 16731340"/>
              <a:gd name="connsiteY3" fmla="*/ 14412684 h 14412684"/>
              <a:gd name="connsiteX4" fmla="*/ 0 w 16731340"/>
              <a:gd name="connsiteY4" fmla="*/ 0 h 14412684"/>
              <a:gd name="connsiteX0" fmla="*/ 0 w 16820550"/>
              <a:gd name="connsiteY0" fmla="*/ 22303 h 14412684"/>
              <a:gd name="connsiteX1" fmla="*/ 16820550 w 16820550"/>
              <a:gd name="connsiteY1" fmla="*/ 0 h 14412684"/>
              <a:gd name="connsiteX2" fmla="*/ 16820550 w 16820550"/>
              <a:gd name="connsiteY2" fmla="*/ 14412684 h 14412684"/>
              <a:gd name="connsiteX3" fmla="*/ 4348976 w 16820550"/>
              <a:gd name="connsiteY3" fmla="*/ 14412684 h 14412684"/>
              <a:gd name="connsiteX4" fmla="*/ 0 w 16820550"/>
              <a:gd name="connsiteY4" fmla="*/ 22303 h 14412684"/>
              <a:gd name="connsiteX0" fmla="*/ 0 w 16820550"/>
              <a:gd name="connsiteY0" fmla="*/ 0 h 14457288"/>
              <a:gd name="connsiteX1" fmla="*/ 16820550 w 16820550"/>
              <a:gd name="connsiteY1" fmla="*/ 44604 h 14457288"/>
              <a:gd name="connsiteX2" fmla="*/ 16820550 w 16820550"/>
              <a:gd name="connsiteY2" fmla="*/ 14457288 h 14457288"/>
              <a:gd name="connsiteX3" fmla="*/ 4348976 w 16820550"/>
              <a:gd name="connsiteY3" fmla="*/ 14457288 h 14457288"/>
              <a:gd name="connsiteX4" fmla="*/ 0 w 16820550"/>
              <a:gd name="connsiteY4" fmla="*/ 0 h 14457288"/>
              <a:gd name="connsiteX0" fmla="*/ 0 w 16820550"/>
              <a:gd name="connsiteY0" fmla="*/ 1 h 14412684"/>
              <a:gd name="connsiteX1" fmla="*/ 16820550 w 16820550"/>
              <a:gd name="connsiteY1" fmla="*/ 0 h 14412684"/>
              <a:gd name="connsiteX2" fmla="*/ 16820550 w 16820550"/>
              <a:gd name="connsiteY2" fmla="*/ 14412684 h 14412684"/>
              <a:gd name="connsiteX3" fmla="*/ 4348976 w 16820550"/>
              <a:gd name="connsiteY3" fmla="*/ 14412684 h 14412684"/>
              <a:gd name="connsiteX4" fmla="*/ 0 w 16820550"/>
              <a:gd name="connsiteY4" fmla="*/ 1 h 14412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820550" h="14412684">
                <a:moveTo>
                  <a:pt x="0" y="1"/>
                </a:moveTo>
                <a:lnTo>
                  <a:pt x="16820550" y="0"/>
                </a:lnTo>
                <a:lnTo>
                  <a:pt x="16820550" y="14412684"/>
                </a:lnTo>
                <a:lnTo>
                  <a:pt x="4348976" y="14412684"/>
                </a:lnTo>
                <a:lnTo>
                  <a:pt x="0" y="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BF87A31-8B7B-7D4E-A89C-EC1FD9A04FC1}"/>
              </a:ext>
            </a:extLst>
          </p:cNvPr>
          <p:cNvSpPr/>
          <p:nvPr userDrawn="1"/>
        </p:nvSpPr>
        <p:spPr>
          <a:xfrm flipH="1">
            <a:off x="1588" y="627903"/>
            <a:ext cx="560419" cy="270354"/>
          </a:xfrm>
          <a:custGeom>
            <a:avLst/>
            <a:gdLst>
              <a:gd name="connsiteX0" fmla="*/ 0 w 14981402"/>
              <a:gd name="connsiteY0" fmla="*/ 0 h 3987559"/>
              <a:gd name="connsiteX1" fmla="*/ 14981402 w 14981402"/>
              <a:gd name="connsiteY1" fmla="*/ 0 h 3987559"/>
              <a:gd name="connsiteX2" fmla="*/ 14981402 w 14981402"/>
              <a:gd name="connsiteY2" fmla="*/ 3987559 h 3987559"/>
              <a:gd name="connsiteX3" fmla="*/ 0 w 14981402"/>
              <a:gd name="connsiteY3" fmla="*/ 3987559 h 3987559"/>
              <a:gd name="connsiteX4" fmla="*/ 0 w 14981402"/>
              <a:gd name="connsiteY4" fmla="*/ 0 h 3987559"/>
              <a:gd name="connsiteX0" fmla="*/ 1261242 w 14981402"/>
              <a:gd name="connsiteY0" fmla="*/ 0 h 3987559"/>
              <a:gd name="connsiteX1" fmla="*/ 14981402 w 14981402"/>
              <a:gd name="connsiteY1" fmla="*/ 0 h 3987559"/>
              <a:gd name="connsiteX2" fmla="*/ 14981402 w 14981402"/>
              <a:gd name="connsiteY2" fmla="*/ 3987559 h 3987559"/>
              <a:gd name="connsiteX3" fmla="*/ 0 w 14981402"/>
              <a:gd name="connsiteY3" fmla="*/ 3987559 h 3987559"/>
              <a:gd name="connsiteX4" fmla="*/ 1261242 w 14981402"/>
              <a:gd name="connsiteY4" fmla="*/ 0 h 3987559"/>
              <a:gd name="connsiteX0" fmla="*/ 1229711 w 14981402"/>
              <a:gd name="connsiteY0" fmla="*/ 0 h 3987559"/>
              <a:gd name="connsiteX1" fmla="*/ 14981402 w 14981402"/>
              <a:gd name="connsiteY1" fmla="*/ 0 h 3987559"/>
              <a:gd name="connsiteX2" fmla="*/ 14981402 w 14981402"/>
              <a:gd name="connsiteY2" fmla="*/ 3987559 h 3987559"/>
              <a:gd name="connsiteX3" fmla="*/ 0 w 14981402"/>
              <a:gd name="connsiteY3" fmla="*/ 3987559 h 3987559"/>
              <a:gd name="connsiteX4" fmla="*/ 1229711 w 14981402"/>
              <a:gd name="connsiteY4" fmla="*/ 0 h 3987559"/>
              <a:gd name="connsiteX0" fmla="*/ 2516033 w 16267724"/>
              <a:gd name="connsiteY0" fmla="*/ 0 h 3987559"/>
              <a:gd name="connsiteX1" fmla="*/ 16267724 w 16267724"/>
              <a:gd name="connsiteY1" fmla="*/ 0 h 3987559"/>
              <a:gd name="connsiteX2" fmla="*/ 16267724 w 16267724"/>
              <a:gd name="connsiteY2" fmla="*/ 3987559 h 3987559"/>
              <a:gd name="connsiteX3" fmla="*/ 0 w 16267724"/>
              <a:gd name="connsiteY3" fmla="*/ 3987559 h 3987559"/>
              <a:gd name="connsiteX4" fmla="*/ 2516033 w 16267724"/>
              <a:gd name="connsiteY4" fmla="*/ 0 h 3987559"/>
              <a:gd name="connsiteX0" fmla="*/ -1 w 13751690"/>
              <a:gd name="connsiteY0" fmla="*/ 0 h 3987559"/>
              <a:gd name="connsiteX1" fmla="*/ 13751690 w 13751690"/>
              <a:gd name="connsiteY1" fmla="*/ 0 h 3987559"/>
              <a:gd name="connsiteX2" fmla="*/ 13751690 w 13751690"/>
              <a:gd name="connsiteY2" fmla="*/ 3987559 h 3987559"/>
              <a:gd name="connsiteX3" fmla="*/ 354838 w 13751690"/>
              <a:gd name="connsiteY3" fmla="*/ 3226202 h 3987559"/>
              <a:gd name="connsiteX4" fmla="*/ -1 w 13751690"/>
              <a:gd name="connsiteY4" fmla="*/ 0 h 3987559"/>
              <a:gd name="connsiteX0" fmla="*/ 2409708 w 16161399"/>
              <a:gd name="connsiteY0" fmla="*/ 0 h 3987559"/>
              <a:gd name="connsiteX1" fmla="*/ 16161399 w 16161399"/>
              <a:gd name="connsiteY1" fmla="*/ 0 h 3987559"/>
              <a:gd name="connsiteX2" fmla="*/ 16161399 w 16161399"/>
              <a:gd name="connsiteY2" fmla="*/ 3987559 h 3987559"/>
              <a:gd name="connsiteX3" fmla="*/ 0 w 16161399"/>
              <a:gd name="connsiteY3" fmla="*/ 3960361 h 3987559"/>
              <a:gd name="connsiteX4" fmla="*/ 2409708 w 16161399"/>
              <a:gd name="connsiteY4" fmla="*/ 0 h 3987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61399" h="3987559">
                <a:moveTo>
                  <a:pt x="2409708" y="0"/>
                </a:moveTo>
                <a:lnTo>
                  <a:pt x="16161399" y="0"/>
                </a:lnTo>
                <a:lnTo>
                  <a:pt x="16161399" y="3987559"/>
                </a:lnTo>
                <a:lnTo>
                  <a:pt x="0" y="3960361"/>
                </a:lnTo>
                <a:lnTo>
                  <a:pt x="2409708" y="0"/>
                </a:lnTo>
                <a:close/>
              </a:path>
            </a:pathLst>
          </a:custGeom>
          <a:solidFill>
            <a:srgbClr val="19A7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17"/>
            <a:endParaRPr lang="en-US" dirty="0">
              <a:solidFill>
                <a:srgbClr val="FFFFFF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493494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C50EFD41-8159-9E40-A592-47434D5388E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99169" y="-174171"/>
            <a:ext cx="12590339" cy="42889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9633AE-06B4-F14F-9BED-A96D818DBC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5840" y="4367129"/>
            <a:ext cx="10421727" cy="216601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45658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CD0E04D6-3064-E641-BC33-6BD331FF365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76130" y="2940877"/>
            <a:ext cx="1389961" cy="138959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D3BB37AB-D80B-564A-AEE5-51984972F81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492911" y="1447800"/>
            <a:ext cx="1389961" cy="138959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58F77852-CC01-1640-82DF-AA20A8B6C76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309129" y="1447800"/>
            <a:ext cx="1389961" cy="138959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9A89E061-A513-234D-AAEF-ED53D9AC6B9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492911" y="4433954"/>
            <a:ext cx="1389961" cy="138959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A3E4AFE6-9E6D-204C-B9FB-00F6A19A883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309129" y="4433954"/>
            <a:ext cx="1389961" cy="138959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FCFE32ED-AC96-3C4A-B326-33CCEFA1FABC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225909" y="2940877"/>
            <a:ext cx="1389961" cy="138959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977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CD0E04D6-3064-E641-BC33-6BD331FF365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237975" y="4303749"/>
            <a:ext cx="1333651" cy="1333302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  <p:sp>
        <p:nvSpPr>
          <p:cNvPr id="18" name="Picture Placeholder 8">
            <a:extLst>
              <a:ext uri="{FF2B5EF4-FFF2-40B4-BE49-F238E27FC236}">
                <a16:creationId xmlns:a16="http://schemas.microsoft.com/office/drawing/2014/main" id="{447BAA65-1B4A-A84C-82BC-18D2CD55E8D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457115" y="3122288"/>
            <a:ext cx="1333651" cy="1333302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1C5C190-CA98-F74D-88C0-C78EEFE639A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624057" y="1959965"/>
            <a:ext cx="1333651" cy="1333302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E379F096-E912-FA48-988A-AFE6909D1C0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790998" y="784547"/>
            <a:ext cx="1333651" cy="1333302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0427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9115BB40-9CA9-3843-9468-FEC322EBE98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99169" y="2514600"/>
            <a:ext cx="12590339" cy="45175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CD0E04D6-3064-E641-BC33-6BD331FF365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428209" y="1579564"/>
            <a:ext cx="1870562" cy="1870072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A6A2A9F8-ADD0-214C-93EA-26BDEA2FB2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160720" y="1579564"/>
            <a:ext cx="1870562" cy="1870072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EF1644F8-5C1A-284F-A02F-89AC3BBEB73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893230" y="1579564"/>
            <a:ext cx="1870562" cy="1870072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E02646-0F8F-8B4E-A9BA-E36B20A91D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0258" y="419996"/>
            <a:ext cx="892157" cy="791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014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72;p129">
            <a:extLst>
              <a:ext uri="{FF2B5EF4-FFF2-40B4-BE49-F238E27FC236}">
                <a16:creationId xmlns:a16="http://schemas.microsoft.com/office/drawing/2014/main" id="{AF25544F-DDCD-F940-FF6F-BF1C30202AC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797412" y="287781"/>
            <a:ext cx="2026596" cy="61194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Freeform 9"/>
          <p:cNvSpPr/>
          <p:nvPr userDrawn="1"/>
        </p:nvSpPr>
        <p:spPr>
          <a:xfrm>
            <a:off x="0" y="232640"/>
            <a:ext cx="320675" cy="722227"/>
          </a:xfrm>
          <a:custGeom>
            <a:avLst/>
            <a:gdLst>
              <a:gd name="connsiteX0" fmla="*/ 0 w 320675"/>
              <a:gd name="connsiteY0" fmla="*/ 0 h 722227"/>
              <a:gd name="connsiteX1" fmla="*/ 219073 w 320675"/>
              <a:gd name="connsiteY1" fmla="*/ 0 h 722227"/>
              <a:gd name="connsiteX2" fmla="*/ 320675 w 320675"/>
              <a:gd name="connsiteY2" fmla="*/ 101602 h 722227"/>
              <a:gd name="connsiteX3" fmla="*/ 320675 w 320675"/>
              <a:gd name="connsiteY3" fmla="*/ 620625 h 722227"/>
              <a:gd name="connsiteX4" fmla="*/ 219073 w 320675"/>
              <a:gd name="connsiteY4" fmla="*/ 722227 h 722227"/>
              <a:gd name="connsiteX5" fmla="*/ 0 w 320675"/>
              <a:gd name="connsiteY5" fmla="*/ 722227 h 722227"/>
              <a:gd name="connsiteX6" fmla="*/ 0 w 320675"/>
              <a:gd name="connsiteY6" fmla="*/ 0 h 7222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0675" h="722227">
                <a:moveTo>
                  <a:pt x="0" y="0"/>
                </a:moveTo>
                <a:lnTo>
                  <a:pt x="219073" y="0"/>
                </a:lnTo>
                <a:cubicBezTo>
                  <a:pt x="275186" y="0"/>
                  <a:pt x="320675" y="45489"/>
                  <a:pt x="320675" y="101602"/>
                </a:cubicBezTo>
                <a:lnTo>
                  <a:pt x="320675" y="620625"/>
                </a:lnTo>
                <a:cubicBezTo>
                  <a:pt x="320675" y="676738"/>
                  <a:pt x="275186" y="722227"/>
                  <a:pt x="219073" y="722227"/>
                </a:cubicBezTo>
                <a:lnTo>
                  <a:pt x="0" y="72222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R="0" lvl="0" indent="0" algn="ctr" defTabSz="91421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526194" y="266728"/>
            <a:ext cx="10515600" cy="654051"/>
          </a:xfrm>
        </p:spPr>
        <p:txBody>
          <a:bodyPr>
            <a:normAutofit/>
          </a:bodyPr>
          <a:lstStyle>
            <a:lvl1pPr>
              <a:defRPr sz="2400" b="1" kern="1500" spc="230" baseline="0">
                <a:solidFill>
                  <a:schemeClr val="accent4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C1A85F3E-2CF6-9E46-AE01-96E27850575D}"/>
              </a:ext>
            </a:extLst>
          </p:cNvPr>
          <p:cNvSpPr txBox="1">
            <a:spLocks/>
          </p:cNvSpPr>
          <p:nvPr userDrawn="1"/>
        </p:nvSpPr>
        <p:spPr>
          <a:xfrm>
            <a:off x="4320462" y="6408739"/>
            <a:ext cx="3431899" cy="30488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and Confidential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3EA0CF45-0B24-394D-8134-22C65E72D591}"/>
              </a:ext>
            </a:extLst>
          </p:cNvPr>
          <p:cNvSpPr txBox="1">
            <a:spLocks/>
          </p:cNvSpPr>
          <p:nvPr userDrawn="1"/>
        </p:nvSpPr>
        <p:spPr>
          <a:xfrm>
            <a:off x="10849294" y="6408739"/>
            <a:ext cx="1067078" cy="18256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6F68F43-4567-4CB0-B00D-7267D614B448}" type="slidenum">
              <a:rPr lang="en-US" sz="140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3483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1A09674A-15F1-9E40-8117-54AA0E174BB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13116" y="2066599"/>
            <a:ext cx="1333653" cy="133330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987A423C-8384-184E-BAF4-41AC91138BC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13119" y="3890151"/>
            <a:ext cx="1333648" cy="1333299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4BB729B-660B-C641-9E50-4533D31A959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589152" y="2066599"/>
            <a:ext cx="1333653" cy="133330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EB6BE2CD-34F9-3344-9870-D4805BC2BF3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589155" y="3890151"/>
            <a:ext cx="1333648" cy="1333299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263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9E481FD9-F09C-BA4D-9951-230A0DD955C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13118" y="1581144"/>
            <a:ext cx="5879817" cy="42035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44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9E481FD9-F09C-BA4D-9951-230A0DD955C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784331" y="1315673"/>
            <a:ext cx="5879817" cy="42035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AA670B-B74A-6A4E-A6B7-596B8DAEC3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365127"/>
            <a:ext cx="10515600" cy="627932"/>
          </a:xfrm>
        </p:spPr>
        <p:txBody>
          <a:bodyPr>
            <a:normAutofit/>
          </a:bodyPr>
          <a:lstStyle>
            <a:lvl1pPr>
              <a:defRPr sz="2200" b="1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6272DA06-16BE-9843-8D83-675DE9253FF8}"/>
              </a:ext>
            </a:extLst>
          </p:cNvPr>
          <p:cNvSpPr/>
          <p:nvPr userDrawn="1"/>
        </p:nvSpPr>
        <p:spPr>
          <a:xfrm flipH="1">
            <a:off x="1588" y="627903"/>
            <a:ext cx="560419" cy="270354"/>
          </a:xfrm>
          <a:custGeom>
            <a:avLst/>
            <a:gdLst>
              <a:gd name="connsiteX0" fmla="*/ 0 w 14981402"/>
              <a:gd name="connsiteY0" fmla="*/ 0 h 3987559"/>
              <a:gd name="connsiteX1" fmla="*/ 14981402 w 14981402"/>
              <a:gd name="connsiteY1" fmla="*/ 0 h 3987559"/>
              <a:gd name="connsiteX2" fmla="*/ 14981402 w 14981402"/>
              <a:gd name="connsiteY2" fmla="*/ 3987559 h 3987559"/>
              <a:gd name="connsiteX3" fmla="*/ 0 w 14981402"/>
              <a:gd name="connsiteY3" fmla="*/ 3987559 h 3987559"/>
              <a:gd name="connsiteX4" fmla="*/ 0 w 14981402"/>
              <a:gd name="connsiteY4" fmla="*/ 0 h 3987559"/>
              <a:gd name="connsiteX0" fmla="*/ 1261242 w 14981402"/>
              <a:gd name="connsiteY0" fmla="*/ 0 h 3987559"/>
              <a:gd name="connsiteX1" fmla="*/ 14981402 w 14981402"/>
              <a:gd name="connsiteY1" fmla="*/ 0 h 3987559"/>
              <a:gd name="connsiteX2" fmla="*/ 14981402 w 14981402"/>
              <a:gd name="connsiteY2" fmla="*/ 3987559 h 3987559"/>
              <a:gd name="connsiteX3" fmla="*/ 0 w 14981402"/>
              <a:gd name="connsiteY3" fmla="*/ 3987559 h 3987559"/>
              <a:gd name="connsiteX4" fmla="*/ 1261242 w 14981402"/>
              <a:gd name="connsiteY4" fmla="*/ 0 h 3987559"/>
              <a:gd name="connsiteX0" fmla="*/ 1229711 w 14981402"/>
              <a:gd name="connsiteY0" fmla="*/ 0 h 3987559"/>
              <a:gd name="connsiteX1" fmla="*/ 14981402 w 14981402"/>
              <a:gd name="connsiteY1" fmla="*/ 0 h 3987559"/>
              <a:gd name="connsiteX2" fmla="*/ 14981402 w 14981402"/>
              <a:gd name="connsiteY2" fmla="*/ 3987559 h 3987559"/>
              <a:gd name="connsiteX3" fmla="*/ 0 w 14981402"/>
              <a:gd name="connsiteY3" fmla="*/ 3987559 h 3987559"/>
              <a:gd name="connsiteX4" fmla="*/ 1229711 w 14981402"/>
              <a:gd name="connsiteY4" fmla="*/ 0 h 3987559"/>
              <a:gd name="connsiteX0" fmla="*/ 2516033 w 16267724"/>
              <a:gd name="connsiteY0" fmla="*/ 0 h 3987559"/>
              <a:gd name="connsiteX1" fmla="*/ 16267724 w 16267724"/>
              <a:gd name="connsiteY1" fmla="*/ 0 h 3987559"/>
              <a:gd name="connsiteX2" fmla="*/ 16267724 w 16267724"/>
              <a:gd name="connsiteY2" fmla="*/ 3987559 h 3987559"/>
              <a:gd name="connsiteX3" fmla="*/ 0 w 16267724"/>
              <a:gd name="connsiteY3" fmla="*/ 3987559 h 3987559"/>
              <a:gd name="connsiteX4" fmla="*/ 2516033 w 16267724"/>
              <a:gd name="connsiteY4" fmla="*/ 0 h 3987559"/>
              <a:gd name="connsiteX0" fmla="*/ -1 w 13751690"/>
              <a:gd name="connsiteY0" fmla="*/ 0 h 3987559"/>
              <a:gd name="connsiteX1" fmla="*/ 13751690 w 13751690"/>
              <a:gd name="connsiteY1" fmla="*/ 0 h 3987559"/>
              <a:gd name="connsiteX2" fmla="*/ 13751690 w 13751690"/>
              <a:gd name="connsiteY2" fmla="*/ 3987559 h 3987559"/>
              <a:gd name="connsiteX3" fmla="*/ 354838 w 13751690"/>
              <a:gd name="connsiteY3" fmla="*/ 3226202 h 3987559"/>
              <a:gd name="connsiteX4" fmla="*/ -1 w 13751690"/>
              <a:gd name="connsiteY4" fmla="*/ 0 h 3987559"/>
              <a:gd name="connsiteX0" fmla="*/ 2409708 w 16161399"/>
              <a:gd name="connsiteY0" fmla="*/ 0 h 3987559"/>
              <a:gd name="connsiteX1" fmla="*/ 16161399 w 16161399"/>
              <a:gd name="connsiteY1" fmla="*/ 0 h 3987559"/>
              <a:gd name="connsiteX2" fmla="*/ 16161399 w 16161399"/>
              <a:gd name="connsiteY2" fmla="*/ 3987559 h 3987559"/>
              <a:gd name="connsiteX3" fmla="*/ 0 w 16161399"/>
              <a:gd name="connsiteY3" fmla="*/ 3960361 h 3987559"/>
              <a:gd name="connsiteX4" fmla="*/ 2409708 w 16161399"/>
              <a:gd name="connsiteY4" fmla="*/ 0 h 3987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61399" h="3987559">
                <a:moveTo>
                  <a:pt x="2409708" y="0"/>
                </a:moveTo>
                <a:lnTo>
                  <a:pt x="16161399" y="0"/>
                </a:lnTo>
                <a:lnTo>
                  <a:pt x="16161399" y="3987559"/>
                </a:lnTo>
                <a:lnTo>
                  <a:pt x="0" y="3960361"/>
                </a:lnTo>
                <a:lnTo>
                  <a:pt x="2409708" y="0"/>
                </a:lnTo>
                <a:close/>
              </a:path>
            </a:pathLst>
          </a:custGeom>
          <a:solidFill>
            <a:srgbClr val="19A7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17"/>
            <a:endParaRPr lang="en-US">
              <a:solidFill>
                <a:srgbClr val="FFFFFF"/>
              </a:solidFill>
              <a:latin typeface="Arial" panose="020B0604020202020204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FC86B7-99AF-5D4C-8BDA-F8D60800B2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0258" y="419996"/>
            <a:ext cx="892157" cy="791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6358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40FB918-BFED-361E-FDCF-53360F2292A8}"/>
              </a:ext>
            </a:extLst>
          </p:cNvPr>
          <p:cNvGrpSpPr/>
          <p:nvPr userDrawn="1"/>
        </p:nvGrpSpPr>
        <p:grpSpPr>
          <a:xfrm rot="5400000">
            <a:off x="4897175" y="2323111"/>
            <a:ext cx="2230361" cy="6858002"/>
            <a:chOff x="9967879" y="-1"/>
            <a:chExt cx="2230361" cy="6858002"/>
          </a:xfrm>
        </p:grpSpPr>
        <p:pic>
          <p:nvPicPr>
            <p:cNvPr id="3" name="Picture 20" descr="Free vector abstract geometric shape digital background for business presentation">
              <a:extLst>
                <a:ext uri="{FF2B5EF4-FFF2-40B4-BE49-F238E27FC236}">
                  <a16:creationId xmlns:a16="http://schemas.microsoft.com/office/drawing/2014/main" id="{00E8F0C0-47C4-9BB9-54FA-7ADD80695E9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10086238" y="-1"/>
              <a:ext cx="2112002" cy="6858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283ADA4-C1E1-9DA2-31FC-455F4D9831D5}"/>
                </a:ext>
              </a:extLst>
            </p:cNvPr>
            <p:cNvSpPr/>
            <p:nvPr/>
          </p:nvSpPr>
          <p:spPr>
            <a:xfrm>
              <a:off x="9967879" y="0"/>
              <a:ext cx="1352651" cy="8006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8C3FFA8-240D-9729-4E95-40CDC1B10CAF}"/>
                </a:ext>
              </a:extLst>
            </p:cNvPr>
            <p:cNvSpPr/>
            <p:nvPr/>
          </p:nvSpPr>
          <p:spPr>
            <a:xfrm>
              <a:off x="10204596" y="1285912"/>
              <a:ext cx="1274935" cy="21359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1D52F2B-1BC5-B072-CC25-2F2876CE3C4F}"/>
                </a:ext>
              </a:extLst>
            </p:cNvPr>
            <p:cNvSpPr/>
            <p:nvPr/>
          </p:nvSpPr>
          <p:spPr>
            <a:xfrm>
              <a:off x="10033490" y="6286501"/>
              <a:ext cx="1962396" cy="5715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D1304D4-176A-1494-4F37-25C188A0EFCB}"/>
              </a:ext>
            </a:extLst>
          </p:cNvPr>
          <p:cNvGrpSpPr/>
          <p:nvPr userDrawn="1"/>
        </p:nvGrpSpPr>
        <p:grpSpPr>
          <a:xfrm rot="10800000">
            <a:off x="11137006" y="73391"/>
            <a:ext cx="1054994" cy="5479777"/>
            <a:chOff x="-6238" y="666761"/>
            <a:chExt cx="1054994" cy="5479777"/>
          </a:xfrm>
        </p:grpSpPr>
        <p:pic>
          <p:nvPicPr>
            <p:cNvPr id="8" name="Picture 22" descr="Free vector abstract geometric shape digital background for business presentation">
              <a:extLst>
                <a:ext uri="{FF2B5EF4-FFF2-40B4-BE49-F238E27FC236}">
                  <a16:creationId xmlns:a16="http://schemas.microsoft.com/office/drawing/2014/main" id="{D253F90B-B163-5385-3929-2F182DB8ECC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 rot="16200000">
              <a:off x="-2440605" y="3101128"/>
              <a:ext cx="5479777" cy="6110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F64FA4A-78B5-04C0-4A75-18B85FCC6884}"/>
                </a:ext>
              </a:extLst>
            </p:cNvPr>
            <p:cNvSpPr/>
            <p:nvPr/>
          </p:nvSpPr>
          <p:spPr>
            <a:xfrm>
              <a:off x="350666" y="1765832"/>
              <a:ext cx="698090" cy="5988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D021A1F-985B-2053-D01E-2FBF6C40EB1C}"/>
                </a:ext>
              </a:extLst>
            </p:cNvPr>
            <p:cNvSpPr/>
            <p:nvPr/>
          </p:nvSpPr>
          <p:spPr>
            <a:xfrm>
              <a:off x="327284" y="5269650"/>
              <a:ext cx="698090" cy="8225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70723FA-0F63-3D3D-9602-3083EF5A754B}"/>
              </a:ext>
            </a:extLst>
          </p:cNvPr>
          <p:cNvSpPr txBox="1">
            <a:spLocks/>
          </p:cNvSpPr>
          <p:nvPr userDrawn="1"/>
        </p:nvSpPr>
        <p:spPr>
          <a:xfrm>
            <a:off x="0" y="6553119"/>
            <a:ext cx="3965825" cy="30488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i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and Confidential</a:t>
            </a:r>
            <a:endParaRPr lang="en-US" sz="1200" i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93C9DFD-76BB-BE46-919F-22B77A154513}"/>
              </a:ext>
            </a:extLst>
          </p:cNvPr>
          <p:cNvSpPr txBox="1">
            <a:spLocks/>
          </p:cNvSpPr>
          <p:nvPr userDrawn="1"/>
        </p:nvSpPr>
        <p:spPr>
          <a:xfrm>
            <a:off x="11124922" y="6551326"/>
            <a:ext cx="1067078" cy="30488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6F68F43-4567-4CB0-B00D-7267D614B448}" type="slidenum">
              <a:rPr lang="en-US" sz="110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1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5951A16-6FCF-6B88-3B80-8F4DFFF1774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02977"/>
            <a:ext cx="1394254" cy="421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3282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9E481FD9-F09C-BA4D-9951-230A0DD955C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69999" y="2677076"/>
            <a:ext cx="2010401" cy="80467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77E72CB-7F04-D84A-BF9C-9774DD8BC51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090800" y="2677076"/>
            <a:ext cx="2010401" cy="80467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38CD4847-8A47-2545-9CF1-8C437D37DA5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11600" y="2677076"/>
            <a:ext cx="2010401" cy="80467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AA873F2-5DFE-C640-AEAD-5A96923A481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80399" y="3884084"/>
            <a:ext cx="2010401" cy="80467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C329C1EA-DC5E-0A4A-82B8-31BC020A980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101200" y="3884084"/>
            <a:ext cx="2010401" cy="80467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528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9E481FD9-F09C-BA4D-9951-230A0DD955C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80799" y="1977749"/>
            <a:ext cx="2397440" cy="8925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B00E25EF-5B78-5C40-A906-0744167719C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25120" y="1977749"/>
            <a:ext cx="2397440" cy="8925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02FDB7C5-5967-A947-A543-23BD4596D68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69441" y="1977749"/>
            <a:ext cx="2397440" cy="8925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26" name="Picture Placeholder 8">
            <a:extLst>
              <a:ext uri="{FF2B5EF4-FFF2-40B4-BE49-F238E27FC236}">
                <a16:creationId xmlns:a16="http://schemas.microsoft.com/office/drawing/2014/main" id="{1E31D769-A895-EC4D-95ED-918AE5B37CE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013761" y="1977749"/>
            <a:ext cx="2397440" cy="8925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27" name="Picture Placeholder 8">
            <a:extLst>
              <a:ext uri="{FF2B5EF4-FFF2-40B4-BE49-F238E27FC236}">
                <a16:creationId xmlns:a16="http://schemas.microsoft.com/office/drawing/2014/main" id="{201607AD-276F-BD4E-9E7B-CEC512B83D9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80799" y="3236659"/>
            <a:ext cx="2397440" cy="8925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FC53868E-8AC0-E84A-AF05-6CA9A285255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525120" y="3236659"/>
            <a:ext cx="2397440" cy="8925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87F80031-74B9-2E41-87A9-A5139AA128E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69441" y="3236659"/>
            <a:ext cx="2397440" cy="8925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30" name="Picture Placeholder 8">
            <a:extLst>
              <a:ext uri="{FF2B5EF4-FFF2-40B4-BE49-F238E27FC236}">
                <a16:creationId xmlns:a16="http://schemas.microsoft.com/office/drawing/2014/main" id="{E378ED47-B244-2548-8421-629773EA778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013761" y="3236659"/>
            <a:ext cx="2397440" cy="8925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7E432B6E-20B0-804F-AEE6-194845FC8AC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80799" y="4495568"/>
            <a:ext cx="2397440" cy="8925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32" name="Picture Placeholder 8">
            <a:extLst>
              <a:ext uri="{FF2B5EF4-FFF2-40B4-BE49-F238E27FC236}">
                <a16:creationId xmlns:a16="http://schemas.microsoft.com/office/drawing/2014/main" id="{07571149-3B48-A046-8B39-52BDC6FEEA1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525120" y="4495568"/>
            <a:ext cx="2397440" cy="8925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33" name="Picture Placeholder 8">
            <a:extLst>
              <a:ext uri="{FF2B5EF4-FFF2-40B4-BE49-F238E27FC236}">
                <a16:creationId xmlns:a16="http://schemas.microsoft.com/office/drawing/2014/main" id="{8062579F-7ED7-124E-BFFB-4CFC4F1B210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69441" y="4495568"/>
            <a:ext cx="2397440" cy="8925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34" name="Picture Placeholder 8">
            <a:extLst>
              <a:ext uri="{FF2B5EF4-FFF2-40B4-BE49-F238E27FC236}">
                <a16:creationId xmlns:a16="http://schemas.microsoft.com/office/drawing/2014/main" id="{27FD66BC-56B6-724F-962D-220EEF45257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013761" y="4495568"/>
            <a:ext cx="2397440" cy="8925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0694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D34CD519-EE3F-594D-B640-A4759BC7495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47589" y="1735566"/>
            <a:ext cx="3454687" cy="39991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18" name="Picture Placeholder 8">
            <a:extLst>
              <a:ext uri="{FF2B5EF4-FFF2-40B4-BE49-F238E27FC236}">
                <a16:creationId xmlns:a16="http://schemas.microsoft.com/office/drawing/2014/main" id="{3073A1D2-50E0-FA4F-B681-30A72EC2A9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330279" y="1735566"/>
            <a:ext cx="3454687" cy="39991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7236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3856C7D-7EEA-EDD6-E7B2-1654B000070D}"/>
              </a:ext>
            </a:extLst>
          </p:cNvPr>
          <p:cNvGrpSpPr/>
          <p:nvPr userDrawn="1"/>
        </p:nvGrpSpPr>
        <p:grpSpPr>
          <a:xfrm>
            <a:off x="9967879" y="-1"/>
            <a:ext cx="2230361" cy="6858002"/>
            <a:chOff x="9967879" y="-1"/>
            <a:chExt cx="2230361" cy="6858002"/>
          </a:xfrm>
        </p:grpSpPr>
        <p:pic>
          <p:nvPicPr>
            <p:cNvPr id="3" name="Picture 20" descr="Free vector abstract geometric shape digital background for business presentation">
              <a:extLst>
                <a:ext uri="{FF2B5EF4-FFF2-40B4-BE49-F238E27FC236}">
                  <a16:creationId xmlns:a16="http://schemas.microsoft.com/office/drawing/2014/main" id="{89AE075C-9563-E591-C0EC-BF5F21AC4A6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10086238" y="-1"/>
              <a:ext cx="2112002" cy="6858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098CEB9-0ABC-95B9-366A-74429FB3B3C6}"/>
                </a:ext>
              </a:extLst>
            </p:cNvPr>
            <p:cNvSpPr/>
            <p:nvPr/>
          </p:nvSpPr>
          <p:spPr>
            <a:xfrm>
              <a:off x="9967879" y="0"/>
              <a:ext cx="1352651" cy="8006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B1C2145-BEC1-C7F0-7552-68C937CE23D5}"/>
                </a:ext>
              </a:extLst>
            </p:cNvPr>
            <p:cNvSpPr/>
            <p:nvPr/>
          </p:nvSpPr>
          <p:spPr>
            <a:xfrm>
              <a:off x="10204596" y="1285912"/>
              <a:ext cx="1274935" cy="21359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F6D5E9C-EA17-9928-682D-6EC5F188F7F0}"/>
                </a:ext>
              </a:extLst>
            </p:cNvPr>
            <p:cNvSpPr/>
            <p:nvPr/>
          </p:nvSpPr>
          <p:spPr>
            <a:xfrm>
              <a:off x="10033490" y="6286501"/>
              <a:ext cx="1962396" cy="5715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BB6D26A-01C0-A64D-19DC-6B334508CC40}"/>
              </a:ext>
            </a:extLst>
          </p:cNvPr>
          <p:cNvGrpSpPr/>
          <p:nvPr userDrawn="1"/>
        </p:nvGrpSpPr>
        <p:grpSpPr>
          <a:xfrm>
            <a:off x="-6238" y="666761"/>
            <a:ext cx="1054994" cy="5479777"/>
            <a:chOff x="-6238" y="666761"/>
            <a:chExt cx="1054994" cy="5479777"/>
          </a:xfrm>
        </p:grpSpPr>
        <p:pic>
          <p:nvPicPr>
            <p:cNvPr id="9" name="Picture 22" descr="Free vector abstract geometric shape digital background for business presentation">
              <a:extLst>
                <a:ext uri="{FF2B5EF4-FFF2-40B4-BE49-F238E27FC236}">
                  <a16:creationId xmlns:a16="http://schemas.microsoft.com/office/drawing/2014/main" id="{08B88EF0-D1FB-8A23-6C08-B3C285A3030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 rot="16200000">
              <a:off x="-2440605" y="3101128"/>
              <a:ext cx="5479777" cy="6110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74C2C19-AA9F-39CD-5590-1EB6ED6887D6}"/>
                </a:ext>
              </a:extLst>
            </p:cNvPr>
            <p:cNvSpPr/>
            <p:nvPr/>
          </p:nvSpPr>
          <p:spPr>
            <a:xfrm>
              <a:off x="350666" y="1765832"/>
              <a:ext cx="698090" cy="5988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4346957-F8B9-B3F1-FEA1-6B45128EC4C1}"/>
                </a:ext>
              </a:extLst>
            </p:cNvPr>
            <p:cNvSpPr/>
            <p:nvPr/>
          </p:nvSpPr>
          <p:spPr>
            <a:xfrm>
              <a:off x="327284" y="5269650"/>
              <a:ext cx="698090" cy="8225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499AE549-7957-028A-15CC-64E95D13AAD5}"/>
              </a:ext>
            </a:extLst>
          </p:cNvPr>
          <p:cNvSpPr txBox="1">
            <a:spLocks/>
          </p:cNvSpPr>
          <p:nvPr userDrawn="1"/>
        </p:nvSpPr>
        <p:spPr>
          <a:xfrm>
            <a:off x="0" y="6553119"/>
            <a:ext cx="3965825" cy="30488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i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and Confidential</a:t>
            </a:r>
            <a:endParaRPr lang="en-US" sz="1200" i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3FFC10A0-5FCD-0B0B-3A78-4F92B7992BBA}"/>
              </a:ext>
            </a:extLst>
          </p:cNvPr>
          <p:cNvSpPr txBox="1">
            <a:spLocks/>
          </p:cNvSpPr>
          <p:nvPr userDrawn="1"/>
        </p:nvSpPr>
        <p:spPr>
          <a:xfrm>
            <a:off x="11124922" y="6551326"/>
            <a:ext cx="1067078" cy="30488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6F68F43-4567-4CB0-B00D-7267D614B448}" type="slidenum">
              <a:rPr lang="en-US" sz="110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1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5A5C933-5841-D9B0-5844-35570E82F48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02977"/>
            <a:ext cx="1394254" cy="421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156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D34CD519-EE3F-594D-B640-A4759BC7495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407323" y="1735566"/>
            <a:ext cx="3454687" cy="39991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18" name="Picture Placeholder 8">
            <a:extLst>
              <a:ext uri="{FF2B5EF4-FFF2-40B4-BE49-F238E27FC236}">
                <a16:creationId xmlns:a16="http://schemas.microsoft.com/office/drawing/2014/main" id="{3073A1D2-50E0-FA4F-B681-30A72EC2A9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990013" y="1735566"/>
            <a:ext cx="3454687" cy="39991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8077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5B647704-C8A0-9340-AA81-BE267EBDF79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79579" y="-11152"/>
            <a:ext cx="7812421" cy="6869151"/>
          </a:xfrm>
          <a:custGeom>
            <a:avLst/>
            <a:gdLst>
              <a:gd name="connsiteX0" fmla="*/ 0 w 16731340"/>
              <a:gd name="connsiteY0" fmla="*/ 0 h 14412684"/>
              <a:gd name="connsiteX1" fmla="*/ 16731340 w 16731340"/>
              <a:gd name="connsiteY1" fmla="*/ 0 h 14412684"/>
              <a:gd name="connsiteX2" fmla="*/ 16731340 w 16731340"/>
              <a:gd name="connsiteY2" fmla="*/ 14412684 h 14412684"/>
              <a:gd name="connsiteX3" fmla="*/ 0 w 16731340"/>
              <a:gd name="connsiteY3" fmla="*/ 14412684 h 14412684"/>
              <a:gd name="connsiteX4" fmla="*/ 0 w 16731340"/>
              <a:gd name="connsiteY4" fmla="*/ 0 h 14412684"/>
              <a:gd name="connsiteX0" fmla="*/ 0 w 16731340"/>
              <a:gd name="connsiteY0" fmla="*/ 0 h 14412684"/>
              <a:gd name="connsiteX1" fmla="*/ 16731340 w 16731340"/>
              <a:gd name="connsiteY1" fmla="*/ 0 h 14412684"/>
              <a:gd name="connsiteX2" fmla="*/ 16731340 w 16731340"/>
              <a:gd name="connsiteY2" fmla="*/ 14412684 h 14412684"/>
              <a:gd name="connsiteX3" fmla="*/ 4259766 w 16731340"/>
              <a:gd name="connsiteY3" fmla="*/ 14412684 h 14412684"/>
              <a:gd name="connsiteX4" fmla="*/ 0 w 16731340"/>
              <a:gd name="connsiteY4" fmla="*/ 0 h 14412684"/>
              <a:gd name="connsiteX0" fmla="*/ 0 w 16820550"/>
              <a:gd name="connsiteY0" fmla="*/ 22303 h 14412684"/>
              <a:gd name="connsiteX1" fmla="*/ 16820550 w 16820550"/>
              <a:gd name="connsiteY1" fmla="*/ 0 h 14412684"/>
              <a:gd name="connsiteX2" fmla="*/ 16820550 w 16820550"/>
              <a:gd name="connsiteY2" fmla="*/ 14412684 h 14412684"/>
              <a:gd name="connsiteX3" fmla="*/ 4348976 w 16820550"/>
              <a:gd name="connsiteY3" fmla="*/ 14412684 h 14412684"/>
              <a:gd name="connsiteX4" fmla="*/ 0 w 16820550"/>
              <a:gd name="connsiteY4" fmla="*/ 22303 h 14412684"/>
              <a:gd name="connsiteX0" fmla="*/ 0 w 16820550"/>
              <a:gd name="connsiteY0" fmla="*/ 0 h 14457288"/>
              <a:gd name="connsiteX1" fmla="*/ 16820550 w 16820550"/>
              <a:gd name="connsiteY1" fmla="*/ 44604 h 14457288"/>
              <a:gd name="connsiteX2" fmla="*/ 16820550 w 16820550"/>
              <a:gd name="connsiteY2" fmla="*/ 14457288 h 14457288"/>
              <a:gd name="connsiteX3" fmla="*/ 4348976 w 16820550"/>
              <a:gd name="connsiteY3" fmla="*/ 14457288 h 14457288"/>
              <a:gd name="connsiteX4" fmla="*/ 0 w 16820550"/>
              <a:gd name="connsiteY4" fmla="*/ 0 h 14457288"/>
              <a:gd name="connsiteX0" fmla="*/ 0 w 16820550"/>
              <a:gd name="connsiteY0" fmla="*/ 1 h 14412684"/>
              <a:gd name="connsiteX1" fmla="*/ 16820550 w 16820550"/>
              <a:gd name="connsiteY1" fmla="*/ 0 h 14412684"/>
              <a:gd name="connsiteX2" fmla="*/ 16820550 w 16820550"/>
              <a:gd name="connsiteY2" fmla="*/ 14412684 h 14412684"/>
              <a:gd name="connsiteX3" fmla="*/ 4348976 w 16820550"/>
              <a:gd name="connsiteY3" fmla="*/ 14412684 h 14412684"/>
              <a:gd name="connsiteX4" fmla="*/ 0 w 16820550"/>
              <a:gd name="connsiteY4" fmla="*/ 1 h 14412684"/>
              <a:gd name="connsiteX0" fmla="*/ 0 w 16820550"/>
              <a:gd name="connsiteY0" fmla="*/ 1 h 14412684"/>
              <a:gd name="connsiteX1" fmla="*/ 16820550 w 16820550"/>
              <a:gd name="connsiteY1" fmla="*/ 0 h 14412684"/>
              <a:gd name="connsiteX2" fmla="*/ 16820550 w 16820550"/>
              <a:gd name="connsiteY2" fmla="*/ 14412684 h 14412684"/>
              <a:gd name="connsiteX3" fmla="*/ 8620520 w 16820550"/>
              <a:gd name="connsiteY3" fmla="*/ 14389249 h 14412684"/>
              <a:gd name="connsiteX4" fmla="*/ 0 w 16820550"/>
              <a:gd name="connsiteY4" fmla="*/ 1 h 14412684"/>
              <a:gd name="connsiteX0" fmla="*/ 0 w 16820550"/>
              <a:gd name="connsiteY0" fmla="*/ 1 h 14412684"/>
              <a:gd name="connsiteX1" fmla="*/ 16820550 w 16820550"/>
              <a:gd name="connsiteY1" fmla="*/ 0 h 14412684"/>
              <a:gd name="connsiteX2" fmla="*/ 16820550 w 16820550"/>
              <a:gd name="connsiteY2" fmla="*/ 14412684 h 14412684"/>
              <a:gd name="connsiteX3" fmla="*/ 7622496 w 16820550"/>
              <a:gd name="connsiteY3" fmla="*/ 14412684 h 14412684"/>
              <a:gd name="connsiteX4" fmla="*/ 0 w 16820550"/>
              <a:gd name="connsiteY4" fmla="*/ 1 h 14412684"/>
              <a:gd name="connsiteX0" fmla="*/ 0 w 16101972"/>
              <a:gd name="connsiteY0" fmla="*/ 0 h 14436119"/>
              <a:gd name="connsiteX1" fmla="*/ 16101972 w 16101972"/>
              <a:gd name="connsiteY1" fmla="*/ 23435 h 14436119"/>
              <a:gd name="connsiteX2" fmla="*/ 16101972 w 16101972"/>
              <a:gd name="connsiteY2" fmla="*/ 14436119 h 14436119"/>
              <a:gd name="connsiteX3" fmla="*/ 6903918 w 16101972"/>
              <a:gd name="connsiteY3" fmla="*/ 14436119 h 14436119"/>
              <a:gd name="connsiteX4" fmla="*/ 0 w 16101972"/>
              <a:gd name="connsiteY4" fmla="*/ 0 h 14436119"/>
              <a:gd name="connsiteX0" fmla="*/ 0 w 16620945"/>
              <a:gd name="connsiteY0" fmla="*/ 0 h 14436119"/>
              <a:gd name="connsiteX1" fmla="*/ 16620945 w 16620945"/>
              <a:gd name="connsiteY1" fmla="*/ 23435 h 14436119"/>
              <a:gd name="connsiteX2" fmla="*/ 16620945 w 16620945"/>
              <a:gd name="connsiteY2" fmla="*/ 14436119 h 14436119"/>
              <a:gd name="connsiteX3" fmla="*/ 7422891 w 16620945"/>
              <a:gd name="connsiteY3" fmla="*/ 14436119 h 14436119"/>
              <a:gd name="connsiteX4" fmla="*/ 0 w 16620945"/>
              <a:gd name="connsiteY4" fmla="*/ 0 h 14436119"/>
              <a:gd name="connsiteX0" fmla="*/ 0 w 16620945"/>
              <a:gd name="connsiteY0" fmla="*/ 1 h 14436120"/>
              <a:gd name="connsiteX1" fmla="*/ 16581025 w 16620945"/>
              <a:gd name="connsiteY1" fmla="*/ 0 h 14436120"/>
              <a:gd name="connsiteX2" fmla="*/ 16620945 w 16620945"/>
              <a:gd name="connsiteY2" fmla="*/ 14436120 h 14436120"/>
              <a:gd name="connsiteX3" fmla="*/ 7422891 w 16620945"/>
              <a:gd name="connsiteY3" fmla="*/ 14436120 h 14436120"/>
              <a:gd name="connsiteX4" fmla="*/ 0 w 16620945"/>
              <a:gd name="connsiteY4" fmla="*/ 1 h 14436120"/>
              <a:gd name="connsiteX0" fmla="*/ 0 w 20573123"/>
              <a:gd name="connsiteY0" fmla="*/ 23436 h 14436120"/>
              <a:gd name="connsiteX1" fmla="*/ 20533203 w 20573123"/>
              <a:gd name="connsiteY1" fmla="*/ 0 h 14436120"/>
              <a:gd name="connsiteX2" fmla="*/ 20573123 w 20573123"/>
              <a:gd name="connsiteY2" fmla="*/ 14436120 h 14436120"/>
              <a:gd name="connsiteX3" fmla="*/ 11375069 w 20573123"/>
              <a:gd name="connsiteY3" fmla="*/ 14436120 h 14436120"/>
              <a:gd name="connsiteX4" fmla="*/ 0 w 20573123"/>
              <a:gd name="connsiteY4" fmla="*/ 23436 h 14436120"/>
              <a:gd name="connsiteX0" fmla="*/ 7387790 w 27960913"/>
              <a:gd name="connsiteY0" fmla="*/ 23436 h 14436120"/>
              <a:gd name="connsiteX1" fmla="*/ 27920993 w 27960913"/>
              <a:gd name="connsiteY1" fmla="*/ 0 h 14436120"/>
              <a:gd name="connsiteX2" fmla="*/ 27960913 w 27960913"/>
              <a:gd name="connsiteY2" fmla="*/ 14436120 h 14436120"/>
              <a:gd name="connsiteX3" fmla="*/ 0 w 27960913"/>
              <a:gd name="connsiteY3" fmla="*/ 14436120 h 14436120"/>
              <a:gd name="connsiteX4" fmla="*/ 7387790 w 27960913"/>
              <a:gd name="connsiteY4" fmla="*/ 23436 h 14436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960913" h="14436120">
                <a:moveTo>
                  <a:pt x="7387790" y="23436"/>
                </a:moveTo>
                <a:lnTo>
                  <a:pt x="27920993" y="0"/>
                </a:lnTo>
                <a:lnTo>
                  <a:pt x="27960913" y="14436120"/>
                </a:lnTo>
                <a:lnTo>
                  <a:pt x="0" y="14436120"/>
                </a:lnTo>
                <a:lnTo>
                  <a:pt x="7387790" y="2343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3747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D34CD519-EE3F-594D-B640-A4759BC7495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2511399" y="1712857"/>
            <a:ext cx="5022797" cy="28917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64EFDCC5-A673-B449-B7F8-575FC37F346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84600" y="1712857"/>
            <a:ext cx="5022797" cy="28917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01BA98B9-1C43-C648-B91F-528B28D08E5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680602" y="1712857"/>
            <a:ext cx="5022797" cy="28917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8063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64EFDCC5-A673-B449-B7F8-575FC37F346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57688" y="0"/>
            <a:ext cx="6142693" cy="6858000"/>
          </a:xfrm>
          <a:custGeom>
            <a:avLst/>
            <a:gdLst>
              <a:gd name="connsiteX0" fmla="*/ 0 w 12282187"/>
              <a:gd name="connsiteY0" fmla="*/ 0 h 13716000"/>
              <a:gd name="connsiteX1" fmla="*/ 12282187 w 12282187"/>
              <a:gd name="connsiteY1" fmla="*/ 0 h 13716000"/>
              <a:gd name="connsiteX2" fmla="*/ 12282187 w 12282187"/>
              <a:gd name="connsiteY2" fmla="*/ 13716000 h 13716000"/>
              <a:gd name="connsiteX3" fmla="*/ 0 w 12282187"/>
              <a:gd name="connsiteY3" fmla="*/ 13716000 h 13716000"/>
              <a:gd name="connsiteX4" fmla="*/ 0 w 12282187"/>
              <a:gd name="connsiteY4" fmla="*/ 0 h 13716000"/>
              <a:gd name="connsiteX0" fmla="*/ 0 w 12282187"/>
              <a:gd name="connsiteY0" fmla="*/ 0 h 13716000"/>
              <a:gd name="connsiteX1" fmla="*/ 8089328 w 12282187"/>
              <a:gd name="connsiteY1" fmla="*/ 0 h 13716000"/>
              <a:gd name="connsiteX2" fmla="*/ 12282187 w 12282187"/>
              <a:gd name="connsiteY2" fmla="*/ 13716000 h 13716000"/>
              <a:gd name="connsiteX3" fmla="*/ 0 w 12282187"/>
              <a:gd name="connsiteY3" fmla="*/ 13716000 h 13716000"/>
              <a:gd name="connsiteX4" fmla="*/ 0 w 12282187"/>
              <a:gd name="connsiteY4" fmla="*/ 0 h 13716000"/>
              <a:gd name="connsiteX0" fmla="*/ 0 w 12282187"/>
              <a:gd name="connsiteY0" fmla="*/ 0 h 13716000"/>
              <a:gd name="connsiteX1" fmla="*/ 8089328 w 12282187"/>
              <a:gd name="connsiteY1" fmla="*/ 0 h 13716000"/>
              <a:gd name="connsiteX2" fmla="*/ 12282187 w 12282187"/>
              <a:gd name="connsiteY2" fmla="*/ 13716000 h 13716000"/>
              <a:gd name="connsiteX3" fmla="*/ 4170556 w 12282187"/>
              <a:gd name="connsiteY3" fmla="*/ 13716000 h 13716000"/>
              <a:gd name="connsiteX4" fmla="*/ 0 w 12282187"/>
              <a:gd name="connsiteY4" fmla="*/ 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82187" h="13716000">
                <a:moveTo>
                  <a:pt x="0" y="0"/>
                </a:moveTo>
                <a:lnTo>
                  <a:pt x="8089328" y="0"/>
                </a:lnTo>
                <a:lnTo>
                  <a:pt x="12282187" y="13716000"/>
                </a:lnTo>
                <a:lnTo>
                  <a:pt x="4170556" y="13716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0250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0D90B513-1654-124A-8601-F0544BBA0A2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45783" y="1641727"/>
            <a:ext cx="5435475" cy="40399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9313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0D90B513-1654-124A-8601-F0544BBA0A2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818066" cy="6869413"/>
          </a:xfrm>
          <a:custGeom>
            <a:avLst/>
            <a:gdLst>
              <a:gd name="connsiteX0" fmla="*/ 0 w 15632061"/>
              <a:gd name="connsiteY0" fmla="*/ 0 h 13738825"/>
              <a:gd name="connsiteX1" fmla="*/ 15632061 w 15632061"/>
              <a:gd name="connsiteY1" fmla="*/ 0 h 13738825"/>
              <a:gd name="connsiteX2" fmla="*/ 15632061 w 15632061"/>
              <a:gd name="connsiteY2" fmla="*/ 13738825 h 13738825"/>
              <a:gd name="connsiteX3" fmla="*/ 0 w 15632061"/>
              <a:gd name="connsiteY3" fmla="*/ 13738825 h 13738825"/>
              <a:gd name="connsiteX4" fmla="*/ 0 w 15632061"/>
              <a:gd name="connsiteY4" fmla="*/ 0 h 13738825"/>
              <a:gd name="connsiteX0" fmla="*/ 0 w 15632061"/>
              <a:gd name="connsiteY0" fmla="*/ 0 h 13738825"/>
              <a:gd name="connsiteX1" fmla="*/ 11483807 w 15632061"/>
              <a:gd name="connsiteY1" fmla="*/ 22302 h 13738825"/>
              <a:gd name="connsiteX2" fmla="*/ 15632061 w 15632061"/>
              <a:gd name="connsiteY2" fmla="*/ 13738825 h 13738825"/>
              <a:gd name="connsiteX3" fmla="*/ 0 w 15632061"/>
              <a:gd name="connsiteY3" fmla="*/ 13738825 h 13738825"/>
              <a:gd name="connsiteX4" fmla="*/ 0 w 15632061"/>
              <a:gd name="connsiteY4" fmla="*/ 0 h 13738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632061" h="13738825">
                <a:moveTo>
                  <a:pt x="0" y="0"/>
                </a:moveTo>
                <a:lnTo>
                  <a:pt x="11483807" y="22302"/>
                </a:lnTo>
                <a:lnTo>
                  <a:pt x="15632061" y="13738825"/>
                </a:lnTo>
                <a:lnTo>
                  <a:pt x="0" y="13738825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69028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0D90B513-1654-124A-8601-F0544BBA0A2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10742" y="1641727"/>
            <a:ext cx="5435475" cy="40399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78709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64EFDCC5-A673-B449-B7F8-575FC37F346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16218" y="0"/>
            <a:ext cx="6142693" cy="6858000"/>
          </a:xfrm>
          <a:custGeom>
            <a:avLst/>
            <a:gdLst>
              <a:gd name="connsiteX0" fmla="*/ 0 w 12282187"/>
              <a:gd name="connsiteY0" fmla="*/ 0 h 13716000"/>
              <a:gd name="connsiteX1" fmla="*/ 12282187 w 12282187"/>
              <a:gd name="connsiteY1" fmla="*/ 0 h 13716000"/>
              <a:gd name="connsiteX2" fmla="*/ 12282187 w 12282187"/>
              <a:gd name="connsiteY2" fmla="*/ 13716000 h 13716000"/>
              <a:gd name="connsiteX3" fmla="*/ 0 w 12282187"/>
              <a:gd name="connsiteY3" fmla="*/ 13716000 h 13716000"/>
              <a:gd name="connsiteX4" fmla="*/ 0 w 12282187"/>
              <a:gd name="connsiteY4" fmla="*/ 0 h 13716000"/>
              <a:gd name="connsiteX0" fmla="*/ 0 w 12282187"/>
              <a:gd name="connsiteY0" fmla="*/ 0 h 13716000"/>
              <a:gd name="connsiteX1" fmla="*/ 8089328 w 12282187"/>
              <a:gd name="connsiteY1" fmla="*/ 0 h 13716000"/>
              <a:gd name="connsiteX2" fmla="*/ 12282187 w 12282187"/>
              <a:gd name="connsiteY2" fmla="*/ 13716000 h 13716000"/>
              <a:gd name="connsiteX3" fmla="*/ 0 w 12282187"/>
              <a:gd name="connsiteY3" fmla="*/ 13716000 h 13716000"/>
              <a:gd name="connsiteX4" fmla="*/ 0 w 12282187"/>
              <a:gd name="connsiteY4" fmla="*/ 0 h 13716000"/>
              <a:gd name="connsiteX0" fmla="*/ 0 w 12282187"/>
              <a:gd name="connsiteY0" fmla="*/ 0 h 13716000"/>
              <a:gd name="connsiteX1" fmla="*/ 8089328 w 12282187"/>
              <a:gd name="connsiteY1" fmla="*/ 0 h 13716000"/>
              <a:gd name="connsiteX2" fmla="*/ 12282187 w 12282187"/>
              <a:gd name="connsiteY2" fmla="*/ 13716000 h 13716000"/>
              <a:gd name="connsiteX3" fmla="*/ 4170556 w 12282187"/>
              <a:gd name="connsiteY3" fmla="*/ 13716000 h 13716000"/>
              <a:gd name="connsiteX4" fmla="*/ 0 w 12282187"/>
              <a:gd name="connsiteY4" fmla="*/ 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82187" h="13716000">
                <a:moveTo>
                  <a:pt x="0" y="0"/>
                </a:moveTo>
                <a:lnTo>
                  <a:pt x="8089328" y="0"/>
                </a:lnTo>
                <a:lnTo>
                  <a:pt x="12282187" y="13716000"/>
                </a:lnTo>
                <a:lnTo>
                  <a:pt x="4170556" y="13716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E554EB93-65C7-0C44-851E-51A5988CD6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541024" y="0"/>
            <a:ext cx="4659195" cy="6858000"/>
          </a:xfrm>
          <a:custGeom>
            <a:avLst/>
            <a:gdLst>
              <a:gd name="connsiteX0" fmla="*/ 0 w 12282187"/>
              <a:gd name="connsiteY0" fmla="*/ 0 h 13716000"/>
              <a:gd name="connsiteX1" fmla="*/ 12282187 w 12282187"/>
              <a:gd name="connsiteY1" fmla="*/ 0 h 13716000"/>
              <a:gd name="connsiteX2" fmla="*/ 12282187 w 12282187"/>
              <a:gd name="connsiteY2" fmla="*/ 13716000 h 13716000"/>
              <a:gd name="connsiteX3" fmla="*/ 0 w 12282187"/>
              <a:gd name="connsiteY3" fmla="*/ 13716000 h 13716000"/>
              <a:gd name="connsiteX4" fmla="*/ 0 w 12282187"/>
              <a:gd name="connsiteY4" fmla="*/ 0 h 13716000"/>
              <a:gd name="connsiteX0" fmla="*/ 0 w 12282187"/>
              <a:gd name="connsiteY0" fmla="*/ 0 h 13716000"/>
              <a:gd name="connsiteX1" fmla="*/ 8089328 w 12282187"/>
              <a:gd name="connsiteY1" fmla="*/ 0 h 13716000"/>
              <a:gd name="connsiteX2" fmla="*/ 12282187 w 12282187"/>
              <a:gd name="connsiteY2" fmla="*/ 13716000 h 13716000"/>
              <a:gd name="connsiteX3" fmla="*/ 0 w 12282187"/>
              <a:gd name="connsiteY3" fmla="*/ 13716000 h 13716000"/>
              <a:gd name="connsiteX4" fmla="*/ 0 w 12282187"/>
              <a:gd name="connsiteY4" fmla="*/ 0 h 13716000"/>
              <a:gd name="connsiteX0" fmla="*/ 0 w 12282187"/>
              <a:gd name="connsiteY0" fmla="*/ 0 h 13716000"/>
              <a:gd name="connsiteX1" fmla="*/ 8089328 w 12282187"/>
              <a:gd name="connsiteY1" fmla="*/ 0 h 13716000"/>
              <a:gd name="connsiteX2" fmla="*/ 12282187 w 12282187"/>
              <a:gd name="connsiteY2" fmla="*/ 13716000 h 13716000"/>
              <a:gd name="connsiteX3" fmla="*/ 4170556 w 12282187"/>
              <a:gd name="connsiteY3" fmla="*/ 13716000 h 13716000"/>
              <a:gd name="connsiteX4" fmla="*/ 0 w 12282187"/>
              <a:gd name="connsiteY4" fmla="*/ 0 h 13716000"/>
              <a:gd name="connsiteX0" fmla="*/ 0 w 12282187"/>
              <a:gd name="connsiteY0" fmla="*/ 0 h 13716000"/>
              <a:gd name="connsiteX1" fmla="*/ 9271357 w 12282187"/>
              <a:gd name="connsiteY1" fmla="*/ 0 h 13716000"/>
              <a:gd name="connsiteX2" fmla="*/ 12282187 w 12282187"/>
              <a:gd name="connsiteY2" fmla="*/ 13716000 h 13716000"/>
              <a:gd name="connsiteX3" fmla="*/ 4170556 w 12282187"/>
              <a:gd name="connsiteY3" fmla="*/ 13716000 h 13716000"/>
              <a:gd name="connsiteX4" fmla="*/ 0 w 12282187"/>
              <a:gd name="connsiteY4" fmla="*/ 0 h 13716000"/>
              <a:gd name="connsiteX0" fmla="*/ 0 w 9271357"/>
              <a:gd name="connsiteY0" fmla="*/ 0 h 13716000"/>
              <a:gd name="connsiteX1" fmla="*/ 9271357 w 9271357"/>
              <a:gd name="connsiteY1" fmla="*/ 0 h 13716000"/>
              <a:gd name="connsiteX2" fmla="*/ 7955514 w 9271357"/>
              <a:gd name="connsiteY2" fmla="*/ 12913112 h 13716000"/>
              <a:gd name="connsiteX3" fmla="*/ 4170556 w 9271357"/>
              <a:gd name="connsiteY3" fmla="*/ 13716000 h 13716000"/>
              <a:gd name="connsiteX4" fmla="*/ 0 w 9271357"/>
              <a:gd name="connsiteY4" fmla="*/ 0 h 13716000"/>
              <a:gd name="connsiteX0" fmla="*/ 0 w 9315963"/>
              <a:gd name="connsiteY0" fmla="*/ 0 h 13716000"/>
              <a:gd name="connsiteX1" fmla="*/ 9271357 w 9315963"/>
              <a:gd name="connsiteY1" fmla="*/ 0 h 13716000"/>
              <a:gd name="connsiteX2" fmla="*/ 9315963 w 9315963"/>
              <a:gd name="connsiteY2" fmla="*/ 13716000 h 13716000"/>
              <a:gd name="connsiteX3" fmla="*/ 4170556 w 9315963"/>
              <a:gd name="connsiteY3" fmla="*/ 13716000 h 13716000"/>
              <a:gd name="connsiteX4" fmla="*/ 0 w 9315963"/>
              <a:gd name="connsiteY4" fmla="*/ 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15963" h="13716000">
                <a:moveTo>
                  <a:pt x="0" y="0"/>
                </a:moveTo>
                <a:lnTo>
                  <a:pt x="9271357" y="0"/>
                </a:lnTo>
                <a:lnTo>
                  <a:pt x="9315963" y="13716000"/>
                </a:lnTo>
                <a:lnTo>
                  <a:pt x="4170556" y="13716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5424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5926CDE8-73C7-754F-8CC6-072689BBD52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671026" y="-1"/>
            <a:ext cx="3970043" cy="4434836"/>
          </a:xfrm>
          <a:custGeom>
            <a:avLst/>
            <a:gdLst>
              <a:gd name="connsiteX0" fmla="*/ 0 w 7938019"/>
              <a:gd name="connsiteY0" fmla="*/ 0 h 8869671"/>
              <a:gd name="connsiteX1" fmla="*/ 7938019 w 7938019"/>
              <a:gd name="connsiteY1" fmla="*/ 0 h 8869671"/>
              <a:gd name="connsiteX2" fmla="*/ 7938019 w 7938019"/>
              <a:gd name="connsiteY2" fmla="*/ 8869671 h 8869671"/>
              <a:gd name="connsiteX3" fmla="*/ 0 w 7938019"/>
              <a:gd name="connsiteY3" fmla="*/ 8869671 h 8869671"/>
              <a:gd name="connsiteX4" fmla="*/ 0 w 7938019"/>
              <a:gd name="connsiteY4" fmla="*/ 0 h 8869671"/>
              <a:gd name="connsiteX0" fmla="*/ 4482791 w 7938019"/>
              <a:gd name="connsiteY0" fmla="*/ 89209 h 8869671"/>
              <a:gd name="connsiteX1" fmla="*/ 7938019 w 7938019"/>
              <a:gd name="connsiteY1" fmla="*/ 0 h 8869671"/>
              <a:gd name="connsiteX2" fmla="*/ 7938019 w 7938019"/>
              <a:gd name="connsiteY2" fmla="*/ 8869671 h 8869671"/>
              <a:gd name="connsiteX3" fmla="*/ 0 w 7938019"/>
              <a:gd name="connsiteY3" fmla="*/ 8869671 h 8869671"/>
              <a:gd name="connsiteX4" fmla="*/ 4482791 w 7938019"/>
              <a:gd name="connsiteY4" fmla="*/ 89209 h 8869671"/>
              <a:gd name="connsiteX0" fmla="*/ 2653991 w 7938019"/>
              <a:gd name="connsiteY0" fmla="*/ 0 h 8869672"/>
              <a:gd name="connsiteX1" fmla="*/ 7938019 w 7938019"/>
              <a:gd name="connsiteY1" fmla="*/ 1 h 8869672"/>
              <a:gd name="connsiteX2" fmla="*/ 7938019 w 7938019"/>
              <a:gd name="connsiteY2" fmla="*/ 8869672 h 8869672"/>
              <a:gd name="connsiteX3" fmla="*/ 0 w 7938019"/>
              <a:gd name="connsiteY3" fmla="*/ 8869672 h 8869672"/>
              <a:gd name="connsiteX4" fmla="*/ 2653991 w 7938019"/>
              <a:gd name="connsiteY4" fmla="*/ 0 h 8869672"/>
              <a:gd name="connsiteX0" fmla="*/ 2653991 w 7938019"/>
              <a:gd name="connsiteY0" fmla="*/ 0 h 8869672"/>
              <a:gd name="connsiteX1" fmla="*/ 7938019 w 7938019"/>
              <a:gd name="connsiteY1" fmla="*/ 1 h 8869672"/>
              <a:gd name="connsiteX2" fmla="*/ 3142995 w 7938019"/>
              <a:gd name="connsiteY2" fmla="*/ 8557438 h 8869672"/>
              <a:gd name="connsiteX3" fmla="*/ 0 w 7938019"/>
              <a:gd name="connsiteY3" fmla="*/ 8869672 h 8869672"/>
              <a:gd name="connsiteX4" fmla="*/ 2653991 w 7938019"/>
              <a:gd name="connsiteY4" fmla="*/ 0 h 8869672"/>
              <a:gd name="connsiteX0" fmla="*/ 2653991 w 7938019"/>
              <a:gd name="connsiteY0" fmla="*/ 0 h 8869672"/>
              <a:gd name="connsiteX1" fmla="*/ 7938019 w 7938019"/>
              <a:gd name="connsiteY1" fmla="*/ 1 h 8869672"/>
              <a:gd name="connsiteX2" fmla="*/ 5239425 w 7938019"/>
              <a:gd name="connsiteY2" fmla="*/ 8847370 h 8869672"/>
              <a:gd name="connsiteX3" fmla="*/ 0 w 7938019"/>
              <a:gd name="connsiteY3" fmla="*/ 8869672 h 8869672"/>
              <a:gd name="connsiteX4" fmla="*/ 2653991 w 7938019"/>
              <a:gd name="connsiteY4" fmla="*/ 0 h 8869672"/>
              <a:gd name="connsiteX0" fmla="*/ 2653991 w 7938019"/>
              <a:gd name="connsiteY0" fmla="*/ 0 h 8914277"/>
              <a:gd name="connsiteX1" fmla="*/ 7938019 w 7938019"/>
              <a:gd name="connsiteY1" fmla="*/ 1 h 8914277"/>
              <a:gd name="connsiteX2" fmla="*/ 5217122 w 7938019"/>
              <a:gd name="connsiteY2" fmla="*/ 8914277 h 8914277"/>
              <a:gd name="connsiteX3" fmla="*/ 0 w 7938019"/>
              <a:gd name="connsiteY3" fmla="*/ 8869672 h 8914277"/>
              <a:gd name="connsiteX4" fmla="*/ 2653991 w 7938019"/>
              <a:gd name="connsiteY4" fmla="*/ 0 h 8914277"/>
              <a:gd name="connsiteX0" fmla="*/ 2653991 w 7938019"/>
              <a:gd name="connsiteY0" fmla="*/ 0 h 8869672"/>
              <a:gd name="connsiteX1" fmla="*/ 7938019 w 7938019"/>
              <a:gd name="connsiteY1" fmla="*/ 1 h 8869672"/>
              <a:gd name="connsiteX2" fmla="*/ 5194820 w 7938019"/>
              <a:gd name="connsiteY2" fmla="*/ 7799155 h 8869672"/>
              <a:gd name="connsiteX3" fmla="*/ 0 w 7938019"/>
              <a:gd name="connsiteY3" fmla="*/ 8869672 h 8869672"/>
              <a:gd name="connsiteX4" fmla="*/ 2653991 w 7938019"/>
              <a:gd name="connsiteY4" fmla="*/ 0 h 8869672"/>
              <a:gd name="connsiteX0" fmla="*/ 2653991 w 7938019"/>
              <a:gd name="connsiteY0" fmla="*/ 0 h 8869672"/>
              <a:gd name="connsiteX1" fmla="*/ 7938019 w 7938019"/>
              <a:gd name="connsiteY1" fmla="*/ 1 h 8869672"/>
              <a:gd name="connsiteX2" fmla="*/ 5284030 w 7938019"/>
              <a:gd name="connsiteY2" fmla="*/ 8869672 h 8869672"/>
              <a:gd name="connsiteX3" fmla="*/ 0 w 7938019"/>
              <a:gd name="connsiteY3" fmla="*/ 8869672 h 8869672"/>
              <a:gd name="connsiteX4" fmla="*/ 2653991 w 7938019"/>
              <a:gd name="connsiteY4" fmla="*/ 0 h 8869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38019" h="8869672">
                <a:moveTo>
                  <a:pt x="2653991" y="0"/>
                </a:moveTo>
                <a:lnTo>
                  <a:pt x="7938019" y="1"/>
                </a:lnTo>
                <a:lnTo>
                  <a:pt x="5284030" y="8869672"/>
                </a:lnTo>
                <a:lnTo>
                  <a:pt x="0" y="8869672"/>
                </a:lnTo>
                <a:lnTo>
                  <a:pt x="2653991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16137688-9143-CC4D-B49C-54C627A92DC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460923" y="-1"/>
            <a:ext cx="3970043" cy="4434836"/>
          </a:xfrm>
          <a:custGeom>
            <a:avLst/>
            <a:gdLst>
              <a:gd name="connsiteX0" fmla="*/ 0 w 7938019"/>
              <a:gd name="connsiteY0" fmla="*/ 0 h 8869671"/>
              <a:gd name="connsiteX1" fmla="*/ 7938019 w 7938019"/>
              <a:gd name="connsiteY1" fmla="*/ 0 h 8869671"/>
              <a:gd name="connsiteX2" fmla="*/ 7938019 w 7938019"/>
              <a:gd name="connsiteY2" fmla="*/ 8869671 h 8869671"/>
              <a:gd name="connsiteX3" fmla="*/ 0 w 7938019"/>
              <a:gd name="connsiteY3" fmla="*/ 8869671 h 8869671"/>
              <a:gd name="connsiteX4" fmla="*/ 0 w 7938019"/>
              <a:gd name="connsiteY4" fmla="*/ 0 h 8869671"/>
              <a:gd name="connsiteX0" fmla="*/ 4482791 w 7938019"/>
              <a:gd name="connsiteY0" fmla="*/ 89209 h 8869671"/>
              <a:gd name="connsiteX1" fmla="*/ 7938019 w 7938019"/>
              <a:gd name="connsiteY1" fmla="*/ 0 h 8869671"/>
              <a:gd name="connsiteX2" fmla="*/ 7938019 w 7938019"/>
              <a:gd name="connsiteY2" fmla="*/ 8869671 h 8869671"/>
              <a:gd name="connsiteX3" fmla="*/ 0 w 7938019"/>
              <a:gd name="connsiteY3" fmla="*/ 8869671 h 8869671"/>
              <a:gd name="connsiteX4" fmla="*/ 4482791 w 7938019"/>
              <a:gd name="connsiteY4" fmla="*/ 89209 h 8869671"/>
              <a:gd name="connsiteX0" fmla="*/ 2653991 w 7938019"/>
              <a:gd name="connsiteY0" fmla="*/ 0 h 8869672"/>
              <a:gd name="connsiteX1" fmla="*/ 7938019 w 7938019"/>
              <a:gd name="connsiteY1" fmla="*/ 1 h 8869672"/>
              <a:gd name="connsiteX2" fmla="*/ 7938019 w 7938019"/>
              <a:gd name="connsiteY2" fmla="*/ 8869672 h 8869672"/>
              <a:gd name="connsiteX3" fmla="*/ 0 w 7938019"/>
              <a:gd name="connsiteY3" fmla="*/ 8869672 h 8869672"/>
              <a:gd name="connsiteX4" fmla="*/ 2653991 w 7938019"/>
              <a:gd name="connsiteY4" fmla="*/ 0 h 8869672"/>
              <a:gd name="connsiteX0" fmla="*/ 2653991 w 7938019"/>
              <a:gd name="connsiteY0" fmla="*/ 0 h 8869672"/>
              <a:gd name="connsiteX1" fmla="*/ 7938019 w 7938019"/>
              <a:gd name="connsiteY1" fmla="*/ 1 h 8869672"/>
              <a:gd name="connsiteX2" fmla="*/ 3142995 w 7938019"/>
              <a:gd name="connsiteY2" fmla="*/ 8557438 h 8869672"/>
              <a:gd name="connsiteX3" fmla="*/ 0 w 7938019"/>
              <a:gd name="connsiteY3" fmla="*/ 8869672 h 8869672"/>
              <a:gd name="connsiteX4" fmla="*/ 2653991 w 7938019"/>
              <a:gd name="connsiteY4" fmla="*/ 0 h 8869672"/>
              <a:gd name="connsiteX0" fmla="*/ 2653991 w 7938019"/>
              <a:gd name="connsiteY0" fmla="*/ 0 h 8869672"/>
              <a:gd name="connsiteX1" fmla="*/ 7938019 w 7938019"/>
              <a:gd name="connsiteY1" fmla="*/ 1 h 8869672"/>
              <a:gd name="connsiteX2" fmla="*/ 5239425 w 7938019"/>
              <a:gd name="connsiteY2" fmla="*/ 8847370 h 8869672"/>
              <a:gd name="connsiteX3" fmla="*/ 0 w 7938019"/>
              <a:gd name="connsiteY3" fmla="*/ 8869672 h 8869672"/>
              <a:gd name="connsiteX4" fmla="*/ 2653991 w 7938019"/>
              <a:gd name="connsiteY4" fmla="*/ 0 h 8869672"/>
              <a:gd name="connsiteX0" fmla="*/ 2653991 w 7938019"/>
              <a:gd name="connsiteY0" fmla="*/ 0 h 8914277"/>
              <a:gd name="connsiteX1" fmla="*/ 7938019 w 7938019"/>
              <a:gd name="connsiteY1" fmla="*/ 1 h 8914277"/>
              <a:gd name="connsiteX2" fmla="*/ 5217122 w 7938019"/>
              <a:gd name="connsiteY2" fmla="*/ 8914277 h 8914277"/>
              <a:gd name="connsiteX3" fmla="*/ 0 w 7938019"/>
              <a:gd name="connsiteY3" fmla="*/ 8869672 h 8914277"/>
              <a:gd name="connsiteX4" fmla="*/ 2653991 w 7938019"/>
              <a:gd name="connsiteY4" fmla="*/ 0 h 8914277"/>
              <a:gd name="connsiteX0" fmla="*/ 2653991 w 7938019"/>
              <a:gd name="connsiteY0" fmla="*/ 0 h 8869672"/>
              <a:gd name="connsiteX1" fmla="*/ 7938019 w 7938019"/>
              <a:gd name="connsiteY1" fmla="*/ 1 h 8869672"/>
              <a:gd name="connsiteX2" fmla="*/ 5194820 w 7938019"/>
              <a:gd name="connsiteY2" fmla="*/ 7799155 h 8869672"/>
              <a:gd name="connsiteX3" fmla="*/ 0 w 7938019"/>
              <a:gd name="connsiteY3" fmla="*/ 8869672 h 8869672"/>
              <a:gd name="connsiteX4" fmla="*/ 2653991 w 7938019"/>
              <a:gd name="connsiteY4" fmla="*/ 0 h 8869672"/>
              <a:gd name="connsiteX0" fmla="*/ 2653991 w 7938019"/>
              <a:gd name="connsiteY0" fmla="*/ 0 h 8869672"/>
              <a:gd name="connsiteX1" fmla="*/ 7938019 w 7938019"/>
              <a:gd name="connsiteY1" fmla="*/ 1 h 8869672"/>
              <a:gd name="connsiteX2" fmla="*/ 5284030 w 7938019"/>
              <a:gd name="connsiteY2" fmla="*/ 8869672 h 8869672"/>
              <a:gd name="connsiteX3" fmla="*/ 0 w 7938019"/>
              <a:gd name="connsiteY3" fmla="*/ 8869672 h 8869672"/>
              <a:gd name="connsiteX4" fmla="*/ 2653991 w 7938019"/>
              <a:gd name="connsiteY4" fmla="*/ 0 h 8869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38019" h="8869672">
                <a:moveTo>
                  <a:pt x="2653991" y="0"/>
                </a:moveTo>
                <a:lnTo>
                  <a:pt x="7938019" y="1"/>
                </a:lnTo>
                <a:lnTo>
                  <a:pt x="5284030" y="8869672"/>
                </a:lnTo>
                <a:lnTo>
                  <a:pt x="0" y="8869672"/>
                </a:lnTo>
                <a:lnTo>
                  <a:pt x="2653991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97A0936A-DAFA-7D40-BE51-E559897D057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221115" y="-1"/>
            <a:ext cx="3970043" cy="4434836"/>
          </a:xfrm>
          <a:custGeom>
            <a:avLst/>
            <a:gdLst>
              <a:gd name="connsiteX0" fmla="*/ 0 w 7938019"/>
              <a:gd name="connsiteY0" fmla="*/ 0 h 8869671"/>
              <a:gd name="connsiteX1" fmla="*/ 7938019 w 7938019"/>
              <a:gd name="connsiteY1" fmla="*/ 0 h 8869671"/>
              <a:gd name="connsiteX2" fmla="*/ 7938019 w 7938019"/>
              <a:gd name="connsiteY2" fmla="*/ 8869671 h 8869671"/>
              <a:gd name="connsiteX3" fmla="*/ 0 w 7938019"/>
              <a:gd name="connsiteY3" fmla="*/ 8869671 h 8869671"/>
              <a:gd name="connsiteX4" fmla="*/ 0 w 7938019"/>
              <a:gd name="connsiteY4" fmla="*/ 0 h 8869671"/>
              <a:gd name="connsiteX0" fmla="*/ 4482791 w 7938019"/>
              <a:gd name="connsiteY0" fmla="*/ 89209 h 8869671"/>
              <a:gd name="connsiteX1" fmla="*/ 7938019 w 7938019"/>
              <a:gd name="connsiteY1" fmla="*/ 0 h 8869671"/>
              <a:gd name="connsiteX2" fmla="*/ 7938019 w 7938019"/>
              <a:gd name="connsiteY2" fmla="*/ 8869671 h 8869671"/>
              <a:gd name="connsiteX3" fmla="*/ 0 w 7938019"/>
              <a:gd name="connsiteY3" fmla="*/ 8869671 h 8869671"/>
              <a:gd name="connsiteX4" fmla="*/ 4482791 w 7938019"/>
              <a:gd name="connsiteY4" fmla="*/ 89209 h 8869671"/>
              <a:gd name="connsiteX0" fmla="*/ 2653991 w 7938019"/>
              <a:gd name="connsiteY0" fmla="*/ 0 h 8869672"/>
              <a:gd name="connsiteX1" fmla="*/ 7938019 w 7938019"/>
              <a:gd name="connsiteY1" fmla="*/ 1 h 8869672"/>
              <a:gd name="connsiteX2" fmla="*/ 7938019 w 7938019"/>
              <a:gd name="connsiteY2" fmla="*/ 8869672 h 8869672"/>
              <a:gd name="connsiteX3" fmla="*/ 0 w 7938019"/>
              <a:gd name="connsiteY3" fmla="*/ 8869672 h 8869672"/>
              <a:gd name="connsiteX4" fmla="*/ 2653991 w 7938019"/>
              <a:gd name="connsiteY4" fmla="*/ 0 h 8869672"/>
              <a:gd name="connsiteX0" fmla="*/ 2653991 w 7938019"/>
              <a:gd name="connsiteY0" fmla="*/ 0 h 8869672"/>
              <a:gd name="connsiteX1" fmla="*/ 7938019 w 7938019"/>
              <a:gd name="connsiteY1" fmla="*/ 1 h 8869672"/>
              <a:gd name="connsiteX2" fmla="*/ 3142995 w 7938019"/>
              <a:gd name="connsiteY2" fmla="*/ 8557438 h 8869672"/>
              <a:gd name="connsiteX3" fmla="*/ 0 w 7938019"/>
              <a:gd name="connsiteY3" fmla="*/ 8869672 h 8869672"/>
              <a:gd name="connsiteX4" fmla="*/ 2653991 w 7938019"/>
              <a:gd name="connsiteY4" fmla="*/ 0 h 8869672"/>
              <a:gd name="connsiteX0" fmla="*/ 2653991 w 7938019"/>
              <a:gd name="connsiteY0" fmla="*/ 0 h 8869672"/>
              <a:gd name="connsiteX1" fmla="*/ 7938019 w 7938019"/>
              <a:gd name="connsiteY1" fmla="*/ 1 h 8869672"/>
              <a:gd name="connsiteX2" fmla="*/ 5239425 w 7938019"/>
              <a:gd name="connsiteY2" fmla="*/ 8847370 h 8869672"/>
              <a:gd name="connsiteX3" fmla="*/ 0 w 7938019"/>
              <a:gd name="connsiteY3" fmla="*/ 8869672 h 8869672"/>
              <a:gd name="connsiteX4" fmla="*/ 2653991 w 7938019"/>
              <a:gd name="connsiteY4" fmla="*/ 0 h 8869672"/>
              <a:gd name="connsiteX0" fmla="*/ 2653991 w 7938019"/>
              <a:gd name="connsiteY0" fmla="*/ 0 h 8914277"/>
              <a:gd name="connsiteX1" fmla="*/ 7938019 w 7938019"/>
              <a:gd name="connsiteY1" fmla="*/ 1 h 8914277"/>
              <a:gd name="connsiteX2" fmla="*/ 5217122 w 7938019"/>
              <a:gd name="connsiteY2" fmla="*/ 8914277 h 8914277"/>
              <a:gd name="connsiteX3" fmla="*/ 0 w 7938019"/>
              <a:gd name="connsiteY3" fmla="*/ 8869672 h 8914277"/>
              <a:gd name="connsiteX4" fmla="*/ 2653991 w 7938019"/>
              <a:gd name="connsiteY4" fmla="*/ 0 h 8914277"/>
              <a:gd name="connsiteX0" fmla="*/ 2653991 w 7938019"/>
              <a:gd name="connsiteY0" fmla="*/ 0 h 8869672"/>
              <a:gd name="connsiteX1" fmla="*/ 7938019 w 7938019"/>
              <a:gd name="connsiteY1" fmla="*/ 1 h 8869672"/>
              <a:gd name="connsiteX2" fmla="*/ 5194820 w 7938019"/>
              <a:gd name="connsiteY2" fmla="*/ 7799155 h 8869672"/>
              <a:gd name="connsiteX3" fmla="*/ 0 w 7938019"/>
              <a:gd name="connsiteY3" fmla="*/ 8869672 h 8869672"/>
              <a:gd name="connsiteX4" fmla="*/ 2653991 w 7938019"/>
              <a:gd name="connsiteY4" fmla="*/ 0 h 8869672"/>
              <a:gd name="connsiteX0" fmla="*/ 2653991 w 7938019"/>
              <a:gd name="connsiteY0" fmla="*/ 0 h 8869672"/>
              <a:gd name="connsiteX1" fmla="*/ 7938019 w 7938019"/>
              <a:gd name="connsiteY1" fmla="*/ 1 h 8869672"/>
              <a:gd name="connsiteX2" fmla="*/ 5284030 w 7938019"/>
              <a:gd name="connsiteY2" fmla="*/ 8869672 h 8869672"/>
              <a:gd name="connsiteX3" fmla="*/ 0 w 7938019"/>
              <a:gd name="connsiteY3" fmla="*/ 8869672 h 8869672"/>
              <a:gd name="connsiteX4" fmla="*/ 2653991 w 7938019"/>
              <a:gd name="connsiteY4" fmla="*/ 0 h 8869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38019" h="8869672">
                <a:moveTo>
                  <a:pt x="2653991" y="0"/>
                </a:moveTo>
                <a:lnTo>
                  <a:pt x="7938019" y="1"/>
                </a:lnTo>
                <a:lnTo>
                  <a:pt x="5284030" y="8869672"/>
                </a:lnTo>
                <a:lnTo>
                  <a:pt x="0" y="8869672"/>
                </a:lnTo>
                <a:lnTo>
                  <a:pt x="2653991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37837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0D90B513-1654-124A-8601-F0544BBA0A2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485063" y="627903"/>
            <a:ext cx="2218958" cy="221838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1CB240E4-FEFB-AB41-9AE2-F308D161F7C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487915" y="2988577"/>
            <a:ext cx="2923285" cy="29225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61370D01-74E6-B44E-A0BA-5BE54B46022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636696" y="2988577"/>
            <a:ext cx="1697038" cy="16965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25042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1">
            <a:extLst>
              <a:ext uri="{FF2B5EF4-FFF2-40B4-BE49-F238E27FC236}">
                <a16:creationId xmlns:a16="http://schemas.microsoft.com/office/drawing/2014/main" id="{03EDEDA6-202B-0B4F-8457-706A656C5A9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765158" y="1616567"/>
            <a:ext cx="1945814" cy="4111559"/>
          </a:xfrm>
          <a:custGeom>
            <a:avLst/>
            <a:gdLst>
              <a:gd name="connsiteX0" fmla="*/ 646380 w 5264340"/>
              <a:gd name="connsiteY0" fmla="*/ 0 h 11126596"/>
              <a:gd name="connsiteX1" fmla="*/ 1063726 w 5264340"/>
              <a:gd name="connsiteY1" fmla="*/ 0 h 11126596"/>
              <a:gd name="connsiteX2" fmla="*/ 1143463 w 5264340"/>
              <a:gd name="connsiteY2" fmla="*/ 21612 h 11126596"/>
              <a:gd name="connsiteX3" fmla="*/ 1170607 w 5264340"/>
              <a:gd name="connsiteY3" fmla="*/ 96421 h 11126596"/>
              <a:gd name="connsiteX4" fmla="*/ 1538755 w 5264340"/>
              <a:gd name="connsiteY4" fmla="*/ 422256 h 11126596"/>
              <a:gd name="connsiteX5" fmla="*/ 3732371 w 5264340"/>
              <a:gd name="connsiteY5" fmla="*/ 422256 h 11126596"/>
              <a:gd name="connsiteX6" fmla="*/ 4098822 w 5264340"/>
              <a:gd name="connsiteY6" fmla="*/ 96421 h 11126596"/>
              <a:gd name="connsiteX7" fmla="*/ 4125967 w 5264340"/>
              <a:gd name="connsiteY7" fmla="*/ 21612 h 11126596"/>
              <a:gd name="connsiteX8" fmla="*/ 4207400 w 5264340"/>
              <a:gd name="connsiteY8" fmla="*/ 0 h 11126596"/>
              <a:gd name="connsiteX9" fmla="*/ 4623051 w 5264340"/>
              <a:gd name="connsiteY9" fmla="*/ 0 h 11126596"/>
              <a:gd name="connsiteX10" fmla="*/ 5264340 w 5264340"/>
              <a:gd name="connsiteY10" fmla="*/ 646683 h 11126596"/>
              <a:gd name="connsiteX11" fmla="*/ 5264340 w 5264340"/>
              <a:gd name="connsiteY11" fmla="*/ 718167 h 11126596"/>
              <a:gd name="connsiteX12" fmla="*/ 5264340 w 5264340"/>
              <a:gd name="connsiteY12" fmla="*/ 6234086 h 11126596"/>
              <a:gd name="connsiteX13" fmla="*/ 5264340 w 5264340"/>
              <a:gd name="connsiteY13" fmla="*/ 6423602 h 11126596"/>
              <a:gd name="connsiteX14" fmla="*/ 5264340 w 5264340"/>
              <a:gd name="connsiteY14" fmla="*/ 10408429 h 11126596"/>
              <a:gd name="connsiteX15" fmla="*/ 5264340 w 5264340"/>
              <a:gd name="connsiteY15" fmla="*/ 10479914 h 11126596"/>
              <a:gd name="connsiteX16" fmla="*/ 4623051 w 5264340"/>
              <a:gd name="connsiteY16" fmla="*/ 11126596 h 11126596"/>
              <a:gd name="connsiteX17" fmla="*/ 646380 w 5264340"/>
              <a:gd name="connsiteY17" fmla="*/ 11126596 h 11126596"/>
              <a:gd name="connsiteX18" fmla="*/ 1697 w 5264340"/>
              <a:gd name="connsiteY18" fmla="*/ 10479914 h 11126596"/>
              <a:gd name="connsiteX19" fmla="*/ 0 w 5264340"/>
              <a:gd name="connsiteY19" fmla="*/ 10408429 h 11126596"/>
              <a:gd name="connsiteX20" fmla="*/ 0 w 5264340"/>
              <a:gd name="connsiteY20" fmla="*/ 6423602 h 11126596"/>
              <a:gd name="connsiteX21" fmla="*/ 0 w 5264340"/>
              <a:gd name="connsiteY21" fmla="*/ 6234086 h 11126596"/>
              <a:gd name="connsiteX22" fmla="*/ 0 w 5264340"/>
              <a:gd name="connsiteY22" fmla="*/ 718167 h 11126596"/>
              <a:gd name="connsiteX23" fmla="*/ 1697 w 5264340"/>
              <a:gd name="connsiteY23" fmla="*/ 646683 h 11126596"/>
              <a:gd name="connsiteX24" fmla="*/ 646380 w 5264340"/>
              <a:gd name="connsiteY24" fmla="*/ 0 h 11126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264340" h="11126596">
                <a:moveTo>
                  <a:pt x="646380" y="0"/>
                </a:moveTo>
                <a:lnTo>
                  <a:pt x="1063726" y="0"/>
                </a:lnTo>
                <a:cubicBezTo>
                  <a:pt x="1109533" y="0"/>
                  <a:pt x="1128194" y="6650"/>
                  <a:pt x="1143463" y="21612"/>
                </a:cubicBezTo>
                <a:cubicBezTo>
                  <a:pt x="1160428" y="38236"/>
                  <a:pt x="1170607" y="58185"/>
                  <a:pt x="1170607" y="96421"/>
                </a:cubicBezTo>
                <a:cubicBezTo>
                  <a:pt x="1170607" y="304224"/>
                  <a:pt x="1299544" y="422256"/>
                  <a:pt x="1538755" y="422256"/>
                </a:cubicBezTo>
                <a:lnTo>
                  <a:pt x="3732371" y="422256"/>
                </a:lnTo>
                <a:cubicBezTo>
                  <a:pt x="3969886" y="422256"/>
                  <a:pt x="4098822" y="304224"/>
                  <a:pt x="4098822" y="96421"/>
                </a:cubicBezTo>
                <a:cubicBezTo>
                  <a:pt x="4098822" y="58185"/>
                  <a:pt x="4109002" y="38236"/>
                  <a:pt x="4125967" y="21612"/>
                </a:cubicBezTo>
                <a:cubicBezTo>
                  <a:pt x="4141236" y="6650"/>
                  <a:pt x="4159898" y="0"/>
                  <a:pt x="4207400" y="0"/>
                </a:cubicBezTo>
                <a:lnTo>
                  <a:pt x="4623051" y="0"/>
                </a:lnTo>
                <a:cubicBezTo>
                  <a:pt x="5033612" y="0"/>
                  <a:pt x="5264340" y="204478"/>
                  <a:pt x="5264340" y="646683"/>
                </a:cubicBezTo>
                <a:cubicBezTo>
                  <a:pt x="5264340" y="658320"/>
                  <a:pt x="5264340" y="706530"/>
                  <a:pt x="5264340" y="718167"/>
                </a:cubicBezTo>
                <a:lnTo>
                  <a:pt x="5264340" y="6234086"/>
                </a:lnTo>
                <a:lnTo>
                  <a:pt x="5264340" y="6423602"/>
                </a:lnTo>
                <a:lnTo>
                  <a:pt x="5264340" y="10408429"/>
                </a:lnTo>
                <a:cubicBezTo>
                  <a:pt x="5264340" y="10420066"/>
                  <a:pt x="5264340" y="10468277"/>
                  <a:pt x="5264340" y="10479914"/>
                </a:cubicBezTo>
                <a:cubicBezTo>
                  <a:pt x="5264340" y="10922118"/>
                  <a:pt x="5033612" y="11126596"/>
                  <a:pt x="4623051" y="11126596"/>
                </a:cubicBezTo>
                <a:lnTo>
                  <a:pt x="646380" y="11126596"/>
                </a:lnTo>
                <a:cubicBezTo>
                  <a:pt x="237515" y="11126596"/>
                  <a:pt x="1697" y="10922118"/>
                  <a:pt x="1697" y="10479914"/>
                </a:cubicBezTo>
                <a:cubicBezTo>
                  <a:pt x="1697" y="10468277"/>
                  <a:pt x="0" y="10420066"/>
                  <a:pt x="0" y="10408429"/>
                </a:cubicBezTo>
                <a:lnTo>
                  <a:pt x="0" y="6423602"/>
                </a:lnTo>
                <a:lnTo>
                  <a:pt x="0" y="6234086"/>
                </a:lnTo>
                <a:lnTo>
                  <a:pt x="0" y="718167"/>
                </a:lnTo>
                <a:cubicBezTo>
                  <a:pt x="0" y="706530"/>
                  <a:pt x="1697" y="658320"/>
                  <a:pt x="1697" y="646683"/>
                </a:cubicBezTo>
                <a:cubicBezTo>
                  <a:pt x="1697" y="204478"/>
                  <a:pt x="237515" y="0"/>
                  <a:pt x="64638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  <p:sp>
        <p:nvSpPr>
          <p:cNvPr id="11" name="Picture Placeholder 31">
            <a:extLst>
              <a:ext uri="{FF2B5EF4-FFF2-40B4-BE49-F238E27FC236}">
                <a16:creationId xmlns:a16="http://schemas.microsoft.com/office/drawing/2014/main" id="{1A24B99D-5B06-9649-BEBC-E2D7508A06C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39218" y="1616567"/>
            <a:ext cx="1945814" cy="4111559"/>
          </a:xfrm>
          <a:custGeom>
            <a:avLst/>
            <a:gdLst>
              <a:gd name="connsiteX0" fmla="*/ 646380 w 5264340"/>
              <a:gd name="connsiteY0" fmla="*/ 0 h 11126596"/>
              <a:gd name="connsiteX1" fmla="*/ 1063726 w 5264340"/>
              <a:gd name="connsiteY1" fmla="*/ 0 h 11126596"/>
              <a:gd name="connsiteX2" fmla="*/ 1143463 w 5264340"/>
              <a:gd name="connsiteY2" fmla="*/ 21612 h 11126596"/>
              <a:gd name="connsiteX3" fmla="*/ 1170607 w 5264340"/>
              <a:gd name="connsiteY3" fmla="*/ 96421 h 11126596"/>
              <a:gd name="connsiteX4" fmla="*/ 1538755 w 5264340"/>
              <a:gd name="connsiteY4" fmla="*/ 422256 h 11126596"/>
              <a:gd name="connsiteX5" fmla="*/ 3732371 w 5264340"/>
              <a:gd name="connsiteY5" fmla="*/ 422256 h 11126596"/>
              <a:gd name="connsiteX6" fmla="*/ 4098822 w 5264340"/>
              <a:gd name="connsiteY6" fmla="*/ 96421 h 11126596"/>
              <a:gd name="connsiteX7" fmla="*/ 4125967 w 5264340"/>
              <a:gd name="connsiteY7" fmla="*/ 21612 h 11126596"/>
              <a:gd name="connsiteX8" fmla="*/ 4207400 w 5264340"/>
              <a:gd name="connsiteY8" fmla="*/ 0 h 11126596"/>
              <a:gd name="connsiteX9" fmla="*/ 4623051 w 5264340"/>
              <a:gd name="connsiteY9" fmla="*/ 0 h 11126596"/>
              <a:gd name="connsiteX10" fmla="*/ 5264340 w 5264340"/>
              <a:gd name="connsiteY10" fmla="*/ 646683 h 11126596"/>
              <a:gd name="connsiteX11" fmla="*/ 5264340 w 5264340"/>
              <a:gd name="connsiteY11" fmla="*/ 718167 h 11126596"/>
              <a:gd name="connsiteX12" fmla="*/ 5264340 w 5264340"/>
              <a:gd name="connsiteY12" fmla="*/ 6234086 h 11126596"/>
              <a:gd name="connsiteX13" fmla="*/ 5264340 w 5264340"/>
              <a:gd name="connsiteY13" fmla="*/ 6423602 h 11126596"/>
              <a:gd name="connsiteX14" fmla="*/ 5264340 w 5264340"/>
              <a:gd name="connsiteY14" fmla="*/ 10408429 h 11126596"/>
              <a:gd name="connsiteX15" fmla="*/ 5264340 w 5264340"/>
              <a:gd name="connsiteY15" fmla="*/ 10479914 h 11126596"/>
              <a:gd name="connsiteX16" fmla="*/ 4623051 w 5264340"/>
              <a:gd name="connsiteY16" fmla="*/ 11126596 h 11126596"/>
              <a:gd name="connsiteX17" fmla="*/ 646380 w 5264340"/>
              <a:gd name="connsiteY17" fmla="*/ 11126596 h 11126596"/>
              <a:gd name="connsiteX18" fmla="*/ 1697 w 5264340"/>
              <a:gd name="connsiteY18" fmla="*/ 10479914 h 11126596"/>
              <a:gd name="connsiteX19" fmla="*/ 0 w 5264340"/>
              <a:gd name="connsiteY19" fmla="*/ 10408429 h 11126596"/>
              <a:gd name="connsiteX20" fmla="*/ 0 w 5264340"/>
              <a:gd name="connsiteY20" fmla="*/ 6423602 h 11126596"/>
              <a:gd name="connsiteX21" fmla="*/ 0 w 5264340"/>
              <a:gd name="connsiteY21" fmla="*/ 6234086 h 11126596"/>
              <a:gd name="connsiteX22" fmla="*/ 0 w 5264340"/>
              <a:gd name="connsiteY22" fmla="*/ 718167 h 11126596"/>
              <a:gd name="connsiteX23" fmla="*/ 1697 w 5264340"/>
              <a:gd name="connsiteY23" fmla="*/ 646683 h 11126596"/>
              <a:gd name="connsiteX24" fmla="*/ 646380 w 5264340"/>
              <a:gd name="connsiteY24" fmla="*/ 0 h 11126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264340" h="11126596">
                <a:moveTo>
                  <a:pt x="646380" y="0"/>
                </a:moveTo>
                <a:lnTo>
                  <a:pt x="1063726" y="0"/>
                </a:lnTo>
                <a:cubicBezTo>
                  <a:pt x="1109533" y="0"/>
                  <a:pt x="1128194" y="6650"/>
                  <a:pt x="1143463" y="21612"/>
                </a:cubicBezTo>
                <a:cubicBezTo>
                  <a:pt x="1160428" y="38236"/>
                  <a:pt x="1170607" y="58185"/>
                  <a:pt x="1170607" y="96421"/>
                </a:cubicBezTo>
                <a:cubicBezTo>
                  <a:pt x="1170607" y="304224"/>
                  <a:pt x="1299544" y="422256"/>
                  <a:pt x="1538755" y="422256"/>
                </a:cubicBezTo>
                <a:lnTo>
                  <a:pt x="3732371" y="422256"/>
                </a:lnTo>
                <a:cubicBezTo>
                  <a:pt x="3969886" y="422256"/>
                  <a:pt x="4098822" y="304224"/>
                  <a:pt x="4098822" y="96421"/>
                </a:cubicBezTo>
                <a:cubicBezTo>
                  <a:pt x="4098822" y="58185"/>
                  <a:pt x="4109002" y="38236"/>
                  <a:pt x="4125967" y="21612"/>
                </a:cubicBezTo>
                <a:cubicBezTo>
                  <a:pt x="4141236" y="6650"/>
                  <a:pt x="4159898" y="0"/>
                  <a:pt x="4207400" y="0"/>
                </a:cubicBezTo>
                <a:lnTo>
                  <a:pt x="4623051" y="0"/>
                </a:lnTo>
                <a:cubicBezTo>
                  <a:pt x="5033612" y="0"/>
                  <a:pt x="5264340" y="204478"/>
                  <a:pt x="5264340" y="646683"/>
                </a:cubicBezTo>
                <a:cubicBezTo>
                  <a:pt x="5264340" y="658320"/>
                  <a:pt x="5264340" y="706530"/>
                  <a:pt x="5264340" y="718167"/>
                </a:cubicBezTo>
                <a:lnTo>
                  <a:pt x="5264340" y="6234086"/>
                </a:lnTo>
                <a:lnTo>
                  <a:pt x="5264340" y="6423602"/>
                </a:lnTo>
                <a:lnTo>
                  <a:pt x="5264340" y="10408429"/>
                </a:lnTo>
                <a:cubicBezTo>
                  <a:pt x="5264340" y="10420066"/>
                  <a:pt x="5264340" y="10468277"/>
                  <a:pt x="5264340" y="10479914"/>
                </a:cubicBezTo>
                <a:cubicBezTo>
                  <a:pt x="5264340" y="10922118"/>
                  <a:pt x="5033612" y="11126596"/>
                  <a:pt x="4623051" y="11126596"/>
                </a:cubicBezTo>
                <a:lnTo>
                  <a:pt x="646380" y="11126596"/>
                </a:lnTo>
                <a:cubicBezTo>
                  <a:pt x="237515" y="11126596"/>
                  <a:pt x="1697" y="10922118"/>
                  <a:pt x="1697" y="10479914"/>
                </a:cubicBezTo>
                <a:cubicBezTo>
                  <a:pt x="1697" y="10468277"/>
                  <a:pt x="0" y="10420066"/>
                  <a:pt x="0" y="10408429"/>
                </a:cubicBezTo>
                <a:lnTo>
                  <a:pt x="0" y="6423602"/>
                </a:lnTo>
                <a:lnTo>
                  <a:pt x="0" y="6234086"/>
                </a:lnTo>
                <a:lnTo>
                  <a:pt x="0" y="718167"/>
                </a:lnTo>
                <a:cubicBezTo>
                  <a:pt x="0" y="706530"/>
                  <a:pt x="1697" y="658320"/>
                  <a:pt x="1697" y="646683"/>
                </a:cubicBezTo>
                <a:cubicBezTo>
                  <a:pt x="1697" y="204478"/>
                  <a:pt x="237515" y="0"/>
                  <a:pt x="64638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  <p:sp>
        <p:nvSpPr>
          <p:cNvPr id="12" name="Picture Placeholder 31">
            <a:extLst>
              <a:ext uri="{FF2B5EF4-FFF2-40B4-BE49-F238E27FC236}">
                <a16:creationId xmlns:a16="http://schemas.microsoft.com/office/drawing/2014/main" id="{CD7744E6-5E97-8E4B-B755-926C96EED80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235754" y="1616567"/>
            <a:ext cx="1945814" cy="4111559"/>
          </a:xfrm>
          <a:custGeom>
            <a:avLst/>
            <a:gdLst>
              <a:gd name="connsiteX0" fmla="*/ 646380 w 5264340"/>
              <a:gd name="connsiteY0" fmla="*/ 0 h 11126596"/>
              <a:gd name="connsiteX1" fmla="*/ 1063726 w 5264340"/>
              <a:gd name="connsiteY1" fmla="*/ 0 h 11126596"/>
              <a:gd name="connsiteX2" fmla="*/ 1143463 w 5264340"/>
              <a:gd name="connsiteY2" fmla="*/ 21612 h 11126596"/>
              <a:gd name="connsiteX3" fmla="*/ 1170607 w 5264340"/>
              <a:gd name="connsiteY3" fmla="*/ 96421 h 11126596"/>
              <a:gd name="connsiteX4" fmla="*/ 1538755 w 5264340"/>
              <a:gd name="connsiteY4" fmla="*/ 422256 h 11126596"/>
              <a:gd name="connsiteX5" fmla="*/ 3732371 w 5264340"/>
              <a:gd name="connsiteY5" fmla="*/ 422256 h 11126596"/>
              <a:gd name="connsiteX6" fmla="*/ 4098822 w 5264340"/>
              <a:gd name="connsiteY6" fmla="*/ 96421 h 11126596"/>
              <a:gd name="connsiteX7" fmla="*/ 4125967 w 5264340"/>
              <a:gd name="connsiteY7" fmla="*/ 21612 h 11126596"/>
              <a:gd name="connsiteX8" fmla="*/ 4207400 w 5264340"/>
              <a:gd name="connsiteY8" fmla="*/ 0 h 11126596"/>
              <a:gd name="connsiteX9" fmla="*/ 4623051 w 5264340"/>
              <a:gd name="connsiteY9" fmla="*/ 0 h 11126596"/>
              <a:gd name="connsiteX10" fmla="*/ 5264340 w 5264340"/>
              <a:gd name="connsiteY10" fmla="*/ 646683 h 11126596"/>
              <a:gd name="connsiteX11" fmla="*/ 5264340 w 5264340"/>
              <a:gd name="connsiteY11" fmla="*/ 718167 h 11126596"/>
              <a:gd name="connsiteX12" fmla="*/ 5264340 w 5264340"/>
              <a:gd name="connsiteY12" fmla="*/ 6234086 h 11126596"/>
              <a:gd name="connsiteX13" fmla="*/ 5264340 w 5264340"/>
              <a:gd name="connsiteY13" fmla="*/ 6423602 h 11126596"/>
              <a:gd name="connsiteX14" fmla="*/ 5264340 w 5264340"/>
              <a:gd name="connsiteY14" fmla="*/ 10408429 h 11126596"/>
              <a:gd name="connsiteX15" fmla="*/ 5264340 w 5264340"/>
              <a:gd name="connsiteY15" fmla="*/ 10479914 h 11126596"/>
              <a:gd name="connsiteX16" fmla="*/ 4623051 w 5264340"/>
              <a:gd name="connsiteY16" fmla="*/ 11126596 h 11126596"/>
              <a:gd name="connsiteX17" fmla="*/ 646380 w 5264340"/>
              <a:gd name="connsiteY17" fmla="*/ 11126596 h 11126596"/>
              <a:gd name="connsiteX18" fmla="*/ 1697 w 5264340"/>
              <a:gd name="connsiteY18" fmla="*/ 10479914 h 11126596"/>
              <a:gd name="connsiteX19" fmla="*/ 0 w 5264340"/>
              <a:gd name="connsiteY19" fmla="*/ 10408429 h 11126596"/>
              <a:gd name="connsiteX20" fmla="*/ 0 w 5264340"/>
              <a:gd name="connsiteY20" fmla="*/ 6423602 h 11126596"/>
              <a:gd name="connsiteX21" fmla="*/ 0 w 5264340"/>
              <a:gd name="connsiteY21" fmla="*/ 6234086 h 11126596"/>
              <a:gd name="connsiteX22" fmla="*/ 0 w 5264340"/>
              <a:gd name="connsiteY22" fmla="*/ 718167 h 11126596"/>
              <a:gd name="connsiteX23" fmla="*/ 1697 w 5264340"/>
              <a:gd name="connsiteY23" fmla="*/ 646683 h 11126596"/>
              <a:gd name="connsiteX24" fmla="*/ 646380 w 5264340"/>
              <a:gd name="connsiteY24" fmla="*/ 0 h 11126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264340" h="11126596">
                <a:moveTo>
                  <a:pt x="646380" y="0"/>
                </a:moveTo>
                <a:lnTo>
                  <a:pt x="1063726" y="0"/>
                </a:lnTo>
                <a:cubicBezTo>
                  <a:pt x="1109533" y="0"/>
                  <a:pt x="1128194" y="6650"/>
                  <a:pt x="1143463" y="21612"/>
                </a:cubicBezTo>
                <a:cubicBezTo>
                  <a:pt x="1160428" y="38236"/>
                  <a:pt x="1170607" y="58185"/>
                  <a:pt x="1170607" y="96421"/>
                </a:cubicBezTo>
                <a:cubicBezTo>
                  <a:pt x="1170607" y="304224"/>
                  <a:pt x="1299544" y="422256"/>
                  <a:pt x="1538755" y="422256"/>
                </a:cubicBezTo>
                <a:lnTo>
                  <a:pt x="3732371" y="422256"/>
                </a:lnTo>
                <a:cubicBezTo>
                  <a:pt x="3969886" y="422256"/>
                  <a:pt x="4098822" y="304224"/>
                  <a:pt x="4098822" y="96421"/>
                </a:cubicBezTo>
                <a:cubicBezTo>
                  <a:pt x="4098822" y="58185"/>
                  <a:pt x="4109002" y="38236"/>
                  <a:pt x="4125967" y="21612"/>
                </a:cubicBezTo>
                <a:cubicBezTo>
                  <a:pt x="4141236" y="6650"/>
                  <a:pt x="4159898" y="0"/>
                  <a:pt x="4207400" y="0"/>
                </a:cubicBezTo>
                <a:lnTo>
                  <a:pt x="4623051" y="0"/>
                </a:lnTo>
                <a:cubicBezTo>
                  <a:pt x="5033612" y="0"/>
                  <a:pt x="5264340" y="204478"/>
                  <a:pt x="5264340" y="646683"/>
                </a:cubicBezTo>
                <a:cubicBezTo>
                  <a:pt x="5264340" y="658320"/>
                  <a:pt x="5264340" y="706530"/>
                  <a:pt x="5264340" y="718167"/>
                </a:cubicBezTo>
                <a:lnTo>
                  <a:pt x="5264340" y="6234086"/>
                </a:lnTo>
                <a:lnTo>
                  <a:pt x="5264340" y="6423602"/>
                </a:lnTo>
                <a:lnTo>
                  <a:pt x="5264340" y="10408429"/>
                </a:lnTo>
                <a:cubicBezTo>
                  <a:pt x="5264340" y="10420066"/>
                  <a:pt x="5264340" y="10468277"/>
                  <a:pt x="5264340" y="10479914"/>
                </a:cubicBezTo>
                <a:cubicBezTo>
                  <a:pt x="5264340" y="10922118"/>
                  <a:pt x="5033612" y="11126596"/>
                  <a:pt x="4623051" y="11126596"/>
                </a:cubicBezTo>
                <a:lnTo>
                  <a:pt x="646380" y="11126596"/>
                </a:lnTo>
                <a:cubicBezTo>
                  <a:pt x="237515" y="11126596"/>
                  <a:pt x="1697" y="10922118"/>
                  <a:pt x="1697" y="10479914"/>
                </a:cubicBezTo>
                <a:cubicBezTo>
                  <a:pt x="1697" y="10468277"/>
                  <a:pt x="0" y="10420066"/>
                  <a:pt x="0" y="10408429"/>
                </a:cubicBezTo>
                <a:lnTo>
                  <a:pt x="0" y="6423602"/>
                </a:lnTo>
                <a:lnTo>
                  <a:pt x="0" y="6234086"/>
                </a:lnTo>
                <a:lnTo>
                  <a:pt x="0" y="718167"/>
                </a:lnTo>
                <a:cubicBezTo>
                  <a:pt x="0" y="706530"/>
                  <a:pt x="1697" y="658320"/>
                  <a:pt x="1697" y="646683"/>
                </a:cubicBezTo>
                <a:cubicBezTo>
                  <a:pt x="1697" y="204478"/>
                  <a:pt x="237515" y="0"/>
                  <a:pt x="64638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345815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0D90B513-1654-124A-8601-F0544BBA0A2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833251" y="2099608"/>
            <a:ext cx="2528229" cy="337981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68132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0D90B513-1654-124A-8601-F0544BBA0A2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449316" y="2114606"/>
            <a:ext cx="3626150" cy="2266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9F26F332-9E25-204C-8598-BF8CF2B0FCC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173347" y="2114606"/>
            <a:ext cx="3626150" cy="2266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3AAD7DC8-2A9C-894E-AAA3-65F437BF6B5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825346" y="1769693"/>
            <a:ext cx="4586924" cy="28668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07305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1">
            <a:extLst>
              <a:ext uri="{FF2B5EF4-FFF2-40B4-BE49-F238E27FC236}">
                <a16:creationId xmlns:a16="http://schemas.microsoft.com/office/drawing/2014/main" id="{03EDEDA6-202B-0B4F-8457-706A656C5A9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71886" y="1651649"/>
            <a:ext cx="1945814" cy="4111559"/>
          </a:xfrm>
          <a:custGeom>
            <a:avLst/>
            <a:gdLst>
              <a:gd name="connsiteX0" fmla="*/ 646380 w 5264340"/>
              <a:gd name="connsiteY0" fmla="*/ 0 h 11126596"/>
              <a:gd name="connsiteX1" fmla="*/ 1063726 w 5264340"/>
              <a:gd name="connsiteY1" fmla="*/ 0 h 11126596"/>
              <a:gd name="connsiteX2" fmla="*/ 1143463 w 5264340"/>
              <a:gd name="connsiteY2" fmla="*/ 21612 h 11126596"/>
              <a:gd name="connsiteX3" fmla="*/ 1170607 w 5264340"/>
              <a:gd name="connsiteY3" fmla="*/ 96421 h 11126596"/>
              <a:gd name="connsiteX4" fmla="*/ 1538755 w 5264340"/>
              <a:gd name="connsiteY4" fmla="*/ 422256 h 11126596"/>
              <a:gd name="connsiteX5" fmla="*/ 3732371 w 5264340"/>
              <a:gd name="connsiteY5" fmla="*/ 422256 h 11126596"/>
              <a:gd name="connsiteX6" fmla="*/ 4098822 w 5264340"/>
              <a:gd name="connsiteY6" fmla="*/ 96421 h 11126596"/>
              <a:gd name="connsiteX7" fmla="*/ 4125967 w 5264340"/>
              <a:gd name="connsiteY7" fmla="*/ 21612 h 11126596"/>
              <a:gd name="connsiteX8" fmla="*/ 4207400 w 5264340"/>
              <a:gd name="connsiteY8" fmla="*/ 0 h 11126596"/>
              <a:gd name="connsiteX9" fmla="*/ 4623051 w 5264340"/>
              <a:gd name="connsiteY9" fmla="*/ 0 h 11126596"/>
              <a:gd name="connsiteX10" fmla="*/ 5264340 w 5264340"/>
              <a:gd name="connsiteY10" fmla="*/ 646683 h 11126596"/>
              <a:gd name="connsiteX11" fmla="*/ 5264340 w 5264340"/>
              <a:gd name="connsiteY11" fmla="*/ 718167 h 11126596"/>
              <a:gd name="connsiteX12" fmla="*/ 5264340 w 5264340"/>
              <a:gd name="connsiteY12" fmla="*/ 6234086 h 11126596"/>
              <a:gd name="connsiteX13" fmla="*/ 5264340 w 5264340"/>
              <a:gd name="connsiteY13" fmla="*/ 6423602 h 11126596"/>
              <a:gd name="connsiteX14" fmla="*/ 5264340 w 5264340"/>
              <a:gd name="connsiteY14" fmla="*/ 10408429 h 11126596"/>
              <a:gd name="connsiteX15" fmla="*/ 5264340 w 5264340"/>
              <a:gd name="connsiteY15" fmla="*/ 10479914 h 11126596"/>
              <a:gd name="connsiteX16" fmla="*/ 4623051 w 5264340"/>
              <a:gd name="connsiteY16" fmla="*/ 11126596 h 11126596"/>
              <a:gd name="connsiteX17" fmla="*/ 646380 w 5264340"/>
              <a:gd name="connsiteY17" fmla="*/ 11126596 h 11126596"/>
              <a:gd name="connsiteX18" fmla="*/ 1697 w 5264340"/>
              <a:gd name="connsiteY18" fmla="*/ 10479914 h 11126596"/>
              <a:gd name="connsiteX19" fmla="*/ 0 w 5264340"/>
              <a:gd name="connsiteY19" fmla="*/ 10408429 h 11126596"/>
              <a:gd name="connsiteX20" fmla="*/ 0 w 5264340"/>
              <a:gd name="connsiteY20" fmla="*/ 6423602 h 11126596"/>
              <a:gd name="connsiteX21" fmla="*/ 0 w 5264340"/>
              <a:gd name="connsiteY21" fmla="*/ 6234086 h 11126596"/>
              <a:gd name="connsiteX22" fmla="*/ 0 w 5264340"/>
              <a:gd name="connsiteY22" fmla="*/ 718167 h 11126596"/>
              <a:gd name="connsiteX23" fmla="*/ 1697 w 5264340"/>
              <a:gd name="connsiteY23" fmla="*/ 646683 h 11126596"/>
              <a:gd name="connsiteX24" fmla="*/ 646380 w 5264340"/>
              <a:gd name="connsiteY24" fmla="*/ 0 h 11126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264340" h="11126596">
                <a:moveTo>
                  <a:pt x="646380" y="0"/>
                </a:moveTo>
                <a:lnTo>
                  <a:pt x="1063726" y="0"/>
                </a:lnTo>
                <a:cubicBezTo>
                  <a:pt x="1109533" y="0"/>
                  <a:pt x="1128194" y="6650"/>
                  <a:pt x="1143463" y="21612"/>
                </a:cubicBezTo>
                <a:cubicBezTo>
                  <a:pt x="1160428" y="38236"/>
                  <a:pt x="1170607" y="58185"/>
                  <a:pt x="1170607" y="96421"/>
                </a:cubicBezTo>
                <a:cubicBezTo>
                  <a:pt x="1170607" y="304224"/>
                  <a:pt x="1299544" y="422256"/>
                  <a:pt x="1538755" y="422256"/>
                </a:cubicBezTo>
                <a:lnTo>
                  <a:pt x="3732371" y="422256"/>
                </a:lnTo>
                <a:cubicBezTo>
                  <a:pt x="3969886" y="422256"/>
                  <a:pt x="4098822" y="304224"/>
                  <a:pt x="4098822" y="96421"/>
                </a:cubicBezTo>
                <a:cubicBezTo>
                  <a:pt x="4098822" y="58185"/>
                  <a:pt x="4109002" y="38236"/>
                  <a:pt x="4125967" y="21612"/>
                </a:cubicBezTo>
                <a:cubicBezTo>
                  <a:pt x="4141236" y="6650"/>
                  <a:pt x="4159898" y="0"/>
                  <a:pt x="4207400" y="0"/>
                </a:cubicBezTo>
                <a:lnTo>
                  <a:pt x="4623051" y="0"/>
                </a:lnTo>
                <a:cubicBezTo>
                  <a:pt x="5033612" y="0"/>
                  <a:pt x="5264340" y="204478"/>
                  <a:pt x="5264340" y="646683"/>
                </a:cubicBezTo>
                <a:cubicBezTo>
                  <a:pt x="5264340" y="658320"/>
                  <a:pt x="5264340" y="706530"/>
                  <a:pt x="5264340" y="718167"/>
                </a:cubicBezTo>
                <a:lnTo>
                  <a:pt x="5264340" y="6234086"/>
                </a:lnTo>
                <a:lnTo>
                  <a:pt x="5264340" y="6423602"/>
                </a:lnTo>
                <a:lnTo>
                  <a:pt x="5264340" y="10408429"/>
                </a:lnTo>
                <a:cubicBezTo>
                  <a:pt x="5264340" y="10420066"/>
                  <a:pt x="5264340" y="10468277"/>
                  <a:pt x="5264340" y="10479914"/>
                </a:cubicBezTo>
                <a:cubicBezTo>
                  <a:pt x="5264340" y="10922118"/>
                  <a:pt x="5033612" y="11126596"/>
                  <a:pt x="4623051" y="11126596"/>
                </a:cubicBezTo>
                <a:lnTo>
                  <a:pt x="646380" y="11126596"/>
                </a:lnTo>
                <a:cubicBezTo>
                  <a:pt x="237515" y="11126596"/>
                  <a:pt x="1697" y="10922118"/>
                  <a:pt x="1697" y="10479914"/>
                </a:cubicBezTo>
                <a:cubicBezTo>
                  <a:pt x="1697" y="10468277"/>
                  <a:pt x="0" y="10420066"/>
                  <a:pt x="0" y="10408429"/>
                </a:cubicBezTo>
                <a:lnTo>
                  <a:pt x="0" y="6423602"/>
                </a:lnTo>
                <a:lnTo>
                  <a:pt x="0" y="6234086"/>
                </a:lnTo>
                <a:lnTo>
                  <a:pt x="0" y="718167"/>
                </a:lnTo>
                <a:cubicBezTo>
                  <a:pt x="0" y="706530"/>
                  <a:pt x="1697" y="658320"/>
                  <a:pt x="1697" y="646683"/>
                </a:cubicBezTo>
                <a:cubicBezTo>
                  <a:pt x="1697" y="204478"/>
                  <a:pt x="237515" y="0"/>
                  <a:pt x="64638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64500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739F3300-101E-CC40-A007-9C92666DAEE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99169" y="2432304"/>
            <a:ext cx="12590339" cy="459986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06455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72;p129">
            <a:extLst>
              <a:ext uri="{FF2B5EF4-FFF2-40B4-BE49-F238E27FC236}">
                <a16:creationId xmlns:a16="http://schemas.microsoft.com/office/drawing/2014/main" id="{AF25544F-DDCD-F940-FF6F-BF1C30202AC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797412" y="342922"/>
            <a:ext cx="2026596" cy="61194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ound Diagonal Corner of Rectangle 7">
            <a:extLst>
              <a:ext uri="{FF2B5EF4-FFF2-40B4-BE49-F238E27FC236}">
                <a16:creationId xmlns:a16="http://schemas.microsoft.com/office/drawing/2014/main" id="{25D772E6-1F87-0B0F-25FB-D25C31956CA8}"/>
              </a:ext>
            </a:extLst>
          </p:cNvPr>
          <p:cNvSpPr/>
          <p:nvPr userDrawn="1"/>
        </p:nvSpPr>
        <p:spPr>
          <a:xfrm>
            <a:off x="11931821" y="180192"/>
            <a:ext cx="514158" cy="937407"/>
          </a:xfrm>
          <a:prstGeom prst="round2DiagRect">
            <a:avLst>
              <a:gd name="adj1" fmla="val 29994"/>
              <a:gd name="adj2" fmla="val 0"/>
            </a:avLst>
          </a:prstGeom>
          <a:solidFill>
            <a:srgbClr val="58B6C0">
              <a:lumMod val="75000"/>
            </a:srgbClr>
          </a:solidFill>
          <a:ln w="12700" cap="flat" cmpd="sng" algn="ctr">
            <a:solidFill>
              <a:srgbClr val="75BDA7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ound Diagonal Corner of Rectangle 46">
            <a:extLst>
              <a:ext uri="{FF2B5EF4-FFF2-40B4-BE49-F238E27FC236}">
                <a16:creationId xmlns:a16="http://schemas.microsoft.com/office/drawing/2014/main" id="{1BDAC1E1-AB64-4643-9790-5E69FD92F05B}"/>
              </a:ext>
            </a:extLst>
          </p:cNvPr>
          <p:cNvSpPr/>
          <p:nvPr userDrawn="1"/>
        </p:nvSpPr>
        <p:spPr>
          <a:xfrm>
            <a:off x="-101599" y="-152401"/>
            <a:ext cx="730174" cy="529871"/>
          </a:xfrm>
          <a:prstGeom prst="round2DiagRect">
            <a:avLst>
              <a:gd name="adj1" fmla="val 29994"/>
              <a:gd name="adj2" fmla="val 0"/>
            </a:avLst>
          </a:prstGeom>
          <a:solidFill>
            <a:srgbClr val="2683C6"/>
          </a:solidFill>
          <a:ln w="12700" cap="flat" cmpd="sng" algn="ctr">
            <a:solidFill>
              <a:srgbClr val="75BDA7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034584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B3883A1B-A136-4866-95EC-5542367C9D7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8585975"/>
              </p:ext>
            </p:extLst>
          </p:nvPr>
        </p:nvGraphicFramePr>
        <p:xfrm>
          <a:off x="794" y="794"/>
          <a:ext cx="794" cy="7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B3883A1B-A136-4866-95EC-5542367C9D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94" y="794"/>
                        <a:ext cx="794" cy="7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0220069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2912142"/>
      </p:ext>
    </p:extLst>
  </p:cSld>
  <p:clrMapOvr>
    <a:masterClrMapping/>
  </p:clrMapOvr>
  <p:hf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72A240A-B0D7-46A1-BE8F-11579524727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7265958"/>
              </p:ext>
            </p:extLst>
          </p:nvPr>
        </p:nvGraphicFramePr>
        <p:xfrm>
          <a:off x="794" y="794"/>
          <a:ext cx="794" cy="7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72A240A-B0D7-46A1-BE8F-1157952472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94" y="794"/>
                        <a:ext cx="794" cy="7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ounded Rectangle 94">
            <a:extLst>
              <a:ext uri="{FF2B5EF4-FFF2-40B4-BE49-F238E27FC236}">
                <a16:creationId xmlns:a16="http://schemas.microsoft.com/office/drawing/2014/main" id="{A77001FE-7E91-4E75-A4EF-1578C59C99B9}"/>
              </a:ext>
            </a:extLst>
          </p:cNvPr>
          <p:cNvSpPr/>
          <p:nvPr userDrawn="1"/>
        </p:nvSpPr>
        <p:spPr>
          <a:xfrm rot="5400000">
            <a:off x="-282156" y="641762"/>
            <a:ext cx="633956" cy="69643"/>
          </a:xfrm>
          <a:prstGeom prst="roundRect">
            <a:avLst>
              <a:gd name="adj" fmla="val 50000"/>
            </a:avLst>
          </a:prstGeom>
          <a:solidFill>
            <a:srgbClr val="00C2B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0486F5F3-CCEE-4C1E-AB54-087A710847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0018" y="422669"/>
            <a:ext cx="10515600" cy="507831"/>
          </a:xfrm>
          <a:prstGeom prst="rect">
            <a:avLst/>
          </a:prstGeom>
          <a:noFill/>
          <a:ln>
            <a:noFill/>
          </a:ln>
        </p:spPr>
        <p:txBody>
          <a:bodyPr vert="horz" wrap="square" rtlCol="0">
            <a:spAutoFit/>
          </a:bodyPr>
          <a:lstStyle>
            <a:lvl1pPr>
              <a:defRPr kumimoji="0" lang="en-US" sz="2700" b="0" i="0" u="none" strike="noStrike" cap="none" spc="0" normalizeH="0" baseline="0" dirty="0">
                <a:ln>
                  <a:noFill/>
                </a:ln>
                <a:solidFill>
                  <a:srgbClr val="363E48"/>
                </a:solidFill>
                <a:effectLst/>
                <a:uLnTx/>
                <a:uFillTx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</a:lstStyle>
          <a:p>
            <a:pPr marL="0" marR="0" lvl="0" indent="0" defTabSz="91421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CLICK TO EDIT MASTER TITLE STYLE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66EF84FA-1A9E-4019-97D2-27F3E21390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0764" y="6545499"/>
            <a:ext cx="2743200" cy="20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07665A8-3FB1-44B9-AAA4-3824A0ADB864}"/>
              </a:ext>
            </a:extLst>
          </p:cNvPr>
          <p:cNvSpPr txBox="1"/>
          <p:nvPr userDrawn="1"/>
        </p:nvSpPr>
        <p:spPr>
          <a:xfrm>
            <a:off x="3761767" y="6533135"/>
            <a:ext cx="46684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www.imarticus.org</a:t>
            </a:r>
          </a:p>
        </p:txBody>
      </p:sp>
    </p:spTree>
    <p:extLst>
      <p:ext uri="{BB962C8B-B14F-4D97-AF65-F5344CB8AC3E}">
        <p14:creationId xmlns:p14="http://schemas.microsoft.com/office/powerpoint/2010/main" val="392531786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72;p129">
            <a:extLst>
              <a:ext uri="{FF2B5EF4-FFF2-40B4-BE49-F238E27FC236}">
                <a16:creationId xmlns:a16="http://schemas.microsoft.com/office/drawing/2014/main" id="{AF25544F-DDCD-F940-FF6F-BF1C30202AC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797412" y="342922"/>
            <a:ext cx="2026596" cy="61194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ound Diagonal Corner of Rectangle 7">
            <a:extLst>
              <a:ext uri="{FF2B5EF4-FFF2-40B4-BE49-F238E27FC236}">
                <a16:creationId xmlns:a16="http://schemas.microsoft.com/office/drawing/2014/main" id="{25D772E6-1F87-0B0F-25FB-D25C31956CA8}"/>
              </a:ext>
            </a:extLst>
          </p:cNvPr>
          <p:cNvSpPr/>
          <p:nvPr userDrawn="1"/>
        </p:nvSpPr>
        <p:spPr>
          <a:xfrm>
            <a:off x="11931821" y="180192"/>
            <a:ext cx="514158" cy="937407"/>
          </a:xfrm>
          <a:prstGeom prst="round2DiagRect">
            <a:avLst>
              <a:gd name="adj1" fmla="val 29994"/>
              <a:gd name="adj2" fmla="val 0"/>
            </a:avLst>
          </a:prstGeom>
          <a:solidFill>
            <a:srgbClr val="58B6C0">
              <a:lumMod val="75000"/>
            </a:srgbClr>
          </a:solidFill>
          <a:ln w="12700" cap="flat" cmpd="sng" algn="ctr">
            <a:solidFill>
              <a:srgbClr val="75BDA7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ound Diagonal Corner of Rectangle 46">
            <a:extLst>
              <a:ext uri="{FF2B5EF4-FFF2-40B4-BE49-F238E27FC236}">
                <a16:creationId xmlns:a16="http://schemas.microsoft.com/office/drawing/2014/main" id="{1BDAC1E1-AB64-4643-9790-5E69FD92F05B}"/>
              </a:ext>
            </a:extLst>
          </p:cNvPr>
          <p:cNvSpPr/>
          <p:nvPr userDrawn="1"/>
        </p:nvSpPr>
        <p:spPr>
          <a:xfrm>
            <a:off x="-101599" y="-152401"/>
            <a:ext cx="730174" cy="529871"/>
          </a:xfrm>
          <a:prstGeom prst="round2DiagRect">
            <a:avLst>
              <a:gd name="adj1" fmla="val 29994"/>
              <a:gd name="adj2" fmla="val 0"/>
            </a:avLst>
          </a:prstGeom>
          <a:solidFill>
            <a:srgbClr val="2683C6"/>
          </a:solidFill>
          <a:ln w="12700" cap="flat" cmpd="sng" algn="ctr">
            <a:solidFill>
              <a:srgbClr val="75BDA7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961942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172;p129">
            <a:extLst>
              <a:ext uri="{FF2B5EF4-FFF2-40B4-BE49-F238E27FC236}">
                <a16:creationId xmlns:a16="http://schemas.microsoft.com/office/drawing/2014/main" id="{AF25544F-DDCD-F940-FF6F-BF1C30202AC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97412" y="287781"/>
            <a:ext cx="2026596" cy="61194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Freeform 6"/>
          <p:cNvSpPr/>
          <p:nvPr userDrawn="1"/>
        </p:nvSpPr>
        <p:spPr>
          <a:xfrm>
            <a:off x="0" y="232640"/>
            <a:ext cx="320675" cy="722227"/>
          </a:xfrm>
          <a:custGeom>
            <a:avLst/>
            <a:gdLst>
              <a:gd name="connsiteX0" fmla="*/ 0 w 320675"/>
              <a:gd name="connsiteY0" fmla="*/ 0 h 722227"/>
              <a:gd name="connsiteX1" fmla="*/ 219073 w 320675"/>
              <a:gd name="connsiteY1" fmla="*/ 0 h 722227"/>
              <a:gd name="connsiteX2" fmla="*/ 320675 w 320675"/>
              <a:gd name="connsiteY2" fmla="*/ 101602 h 722227"/>
              <a:gd name="connsiteX3" fmla="*/ 320675 w 320675"/>
              <a:gd name="connsiteY3" fmla="*/ 620625 h 722227"/>
              <a:gd name="connsiteX4" fmla="*/ 219073 w 320675"/>
              <a:gd name="connsiteY4" fmla="*/ 722227 h 722227"/>
              <a:gd name="connsiteX5" fmla="*/ 0 w 320675"/>
              <a:gd name="connsiteY5" fmla="*/ 722227 h 722227"/>
              <a:gd name="connsiteX6" fmla="*/ 0 w 320675"/>
              <a:gd name="connsiteY6" fmla="*/ 0 h 7222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0675" h="722227">
                <a:moveTo>
                  <a:pt x="0" y="0"/>
                </a:moveTo>
                <a:lnTo>
                  <a:pt x="219073" y="0"/>
                </a:lnTo>
                <a:cubicBezTo>
                  <a:pt x="275186" y="0"/>
                  <a:pt x="320675" y="45489"/>
                  <a:pt x="320675" y="101602"/>
                </a:cubicBezTo>
                <a:lnTo>
                  <a:pt x="320675" y="620625"/>
                </a:lnTo>
                <a:cubicBezTo>
                  <a:pt x="320675" y="676738"/>
                  <a:pt x="275186" y="722227"/>
                  <a:pt x="219073" y="722227"/>
                </a:cubicBezTo>
                <a:lnTo>
                  <a:pt x="0" y="722227"/>
                </a:lnTo>
                <a:lnTo>
                  <a:pt x="0" y="0"/>
                </a:lnTo>
                <a:close/>
              </a:path>
            </a:pathLst>
          </a:custGeom>
          <a:solidFill>
            <a:srgbClr val="18A7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R="0" lvl="0" indent="0" algn="ctr" defTabSz="91421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8" name="Title 4"/>
          <p:cNvSpPr>
            <a:spLocks noGrp="1"/>
          </p:cNvSpPr>
          <p:nvPr>
            <p:ph type="title" hasCustomPrompt="1"/>
          </p:nvPr>
        </p:nvSpPr>
        <p:spPr>
          <a:xfrm>
            <a:off x="526194" y="266728"/>
            <a:ext cx="10515600" cy="654051"/>
          </a:xfrm>
        </p:spPr>
        <p:txBody>
          <a:bodyPr>
            <a:normAutofit/>
          </a:bodyPr>
          <a:lstStyle>
            <a:lvl1pPr>
              <a:defRPr sz="2400" b="1" kern="1500" spc="230" baseline="0">
                <a:solidFill>
                  <a:schemeClr val="accent4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F27B832A-4976-4F34-8B26-1D2B1F3DAFBF}"/>
              </a:ext>
            </a:extLst>
          </p:cNvPr>
          <p:cNvSpPr txBox="1">
            <a:spLocks/>
          </p:cNvSpPr>
          <p:nvPr userDrawn="1"/>
        </p:nvSpPr>
        <p:spPr>
          <a:xfrm>
            <a:off x="4320462" y="6579977"/>
            <a:ext cx="3431899" cy="30488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and Confidential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6063158-5CF2-4802-B701-B4233E4BC0FB}"/>
              </a:ext>
            </a:extLst>
          </p:cNvPr>
          <p:cNvSpPr txBox="1">
            <a:spLocks/>
          </p:cNvSpPr>
          <p:nvPr userDrawn="1"/>
        </p:nvSpPr>
        <p:spPr>
          <a:xfrm>
            <a:off x="11041794" y="6570219"/>
            <a:ext cx="1067078" cy="18256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6F68F43-4567-4CB0-B00D-7267D614B448}" type="slidenum">
              <a:rPr lang="en-US" sz="110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1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670056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23AF2-E56B-4C3A-9BFA-0E028B9DD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D6E09-89B4-4A99-97D5-37D6DF9B0B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75CEB3-5F92-4555-A693-6B5E1BA9F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4B315-E7AE-4D92-AA27-ED85AD1E5FC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D6CF3A-D6AA-4FDB-80B2-580FD41FA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B293A4-3B2E-48CA-A23B-DF4863531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799CE-2E71-4432-974E-265C6399E03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313234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336C3-7A36-4F4D-8652-AC1C9BB9A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74D5D4-9037-4F32-A664-CE57D8B87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13CBA1-2DFB-410B-A009-D66DAC979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4B315-E7AE-4D92-AA27-ED85AD1E5FC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4B6AF-A1A9-454E-B5BB-10210EB08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CA8FCF-8346-4094-B73B-7E9745B66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799CE-2E71-4432-974E-265C6399E03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196529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4CB03-470E-4CE1-A94D-317439053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0FCE7-2675-45BF-9CBD-20EA0AF4A1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8F8765-BF53-4354-9990-B90B5D2221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7FAEBC-E7BC-498A-B658-B9EE1193B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4B315-E7AE-4D92-AA27-ED85AD1E5FC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EF8462-5776-477D-8210-74F67359D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787603-5CA8-48DC-A1A0-22A887030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799CE-2E71-4432-974E-265C6399E03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764169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B4268-7736-4776-B630-5143AAD3E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6BCCA5-B8E2-460B-88A8-579E003396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79705F-D0F8-4F3F-9DDF-2A8F4F0235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CB6D0E-E26D-4F9C-B650-2528CA4C89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F898B2-F79B-4FB4-9DB2-8C82883726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7F58FA-B74D-4ED0-AE09-31BE35919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4B315-E7AE-4D92-AA27-ED85AD1E5FC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D4827D-F859-4709-9D95-1575A4F82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B822E1-EE16-4909-9DC4-FDF4C7DB1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799CE-2E71-4432-974E-265C6399E03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281204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BF85FF0-9E16-4EBC-84C3-C446071875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66580" y="19050"/>
            <a:ext cx="1525420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51788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75207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50DC1-C344-4679-BE25-803B7328D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E4101-0BA0-4C58-9547-87F636EF1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5CB97F-4432-4959-B195-4054FB111D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2621FC-9E09-4E59-A199-56D89775B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4B315-E7AE-4D92-AA27-ED85AD1E5FC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503946-1E95-43EC-AFD0-36FE067A7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9356EE-8623-411D-83C2-9BDB6518B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799CE-2E71-4432-974E-265C6399E03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743231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889F8-C937-40A7-A69F-9821BB16C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43857A-DFA6-4E79-AED6-66DD2EDBF2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B3A385-CD5D-4154-8196-EF8BA6FEA2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41E422-C1D4-4626-82B0-974177239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4B315-E7AE-4D92-AA27-ED85AD1E5FC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66546D-0D7B-468E-BBC3-31655C625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C92B25-B7C5-4252-9AC4-9FAFD5E20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799CE-2E71-4432-974E-265C6399E03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071576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E4556-6725-4D25-A569-A9D586094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CAEA5F-E057-40C0-9166-76CF614D21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178FF9-D16B-4D9C-A231-1B4126BFF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4B315-E7AE-4D92-AA27-ED85AD1E5FC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0E3342-2189-48CD-8490-56A5BBC53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4682CA-B88F-4862-9D47-61237B406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799CE-2E71-4432-974E-265C6399E03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632962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F87147-3B10-4C8D-9A1F-6F82594619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BD2AEA-D88F-4D92-AE30-2BD4A8A56B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B7F8B8-4BF3-4A69-AB5D-3ACD32DB5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4B315-E7AE-4D92-AA27-ED85AD1E5FC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E930DB-DAEB-4E10-B6C2-9B4685397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B5946D-2615-4CAD-A8E2-3B1D8C23C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799CE-2E71-4432-974E-265C6399E03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617667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22" userDrawn="1">
  <p:cSld name="Title - 22">
    <p:bg>
      <p:bgPr>
        <a:solidFill>
          <a:schemeClr val="bg2"/>
        </a:solidFill>
        <a:effectLst/>
      </p:bgPr>
    </p:bg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">
            <a:extLst>
              <a:ext uri="{FF2B5EF4-FFF2-40B4-BE49-F238E27FC236}">
                <a16:creationId xmlns:a16="http://schemas.microsoft.com/office/drawing/2014/main" id="{96D5250B-76D7-1E4B-8DBF-D533184A560D}"/>
              </a:ext>
            </a:extLst>
          </p:cNvPr>
          <p:cNvSpPr/>
          <p:nvPr userDrawn="1"/>
        </p:nvSpPr>
        <p:spPr>
          <a:xfrm>
            <a:off x="9248087" y="0"/>
            <a:ext cx="2943913" cy="31796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34" h="21308" extrusionOk="0">
                <a:moveTo>
                  <a:pt x="6742" y="0"/>
                </a:moveTo>
                <a:cubicBezTo>
                  <a:pt x="5341" y="894"/>
                  <a:pt x="4828" y="2519"/>
                  <a:pt x="4709" y="4034"/>
                </a:cubicBezTo>
                <a:cubicBezTo>
                  <a:pt x="4590" y="5549"/>
                  <a:pt x="4745" y="7106"/>
                  <a:pt x="4260" y="8570"/>
                </a:cubicBezTo>
                <a:cubicBezTo>
                  <a:pt x="3729" y="10196"/>
                  <a:pt x="2465" y="11540"/>
                  <a:pt x="1448" y="12970"/>
                </a:cubicBezTo>
                <a:cubicBezTo>
                  <a:pt x="431" y="14400"/>
                  <a:pt x="-366" y="16136"/>
                  <a:pt x="174" y="17753"/>
                </a:cubicBezTo>
                <a:cubicBezTo>
                  <a:pt x="944" y="20060"/>
                  <a:pt x="4031" y="21098"/>
                  <a:pt x="6761" y="21268"/>
                </a:cubicBezTo>
                <a:cubicBezTo>
                  <a:pt x="12055" y="21600"/>
                  <a:pt x="17478" y="19821"/>
                  <a:pt x="21234" y="16528"/>
                </a:cubicBezTo>
                <a:lnTo>
                  <a:pt x="21234" y="0"/>
                </a:lnTo>
                <a:lnTo>
                  <a:pt x="6742" y="0"/>
                </a:lnTo>
                <a:close/>
              </a:path>
            </a:pathLst>
          </a:custGeom>
          <a:solidFill>
            <a:srgbClr val="E8E9ED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</a:defRPr>
            </a:pP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">
            <a:extLst>
              <a:ext uri="{FF2B5EF4-FFF2-40B4-BE49-F238E27FC236}">
                <a16:creationId xmlns:a16="http://schemas.microsoft.com/office/drawing/2014/main" id="{90364CA5-56EB-F64D-BF6C-179B86E86413}"/>
              </a:ext>
            </a:extLst>
          </p:cNvPr>
          <p:cNvSpPr/>
          <p:nvPr userDrawn="1"/>
        </p:nvSpPr>
        <p:spPr>
          <a:xfrm>
            <a:off x="1250950" y="4065270"/>
            <a:ext cx="10941050" cy="27927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597" y="0"/>
                </a:moveTo>
                <a:cubicBezTo>
                  <a:pt x="20058" y="1002"/>
                  <a:pt x="19160" y="7171"/>
                  <a:pt x="17917" y="10854"/>
                </a:cubicBezTo>
                <a:cubicBezTo>
                  <a:pt x="16530" y="14960"/>
                  <a:pt x="14700" y="15932"/>
                  <a:pt x="12963" y="16001"/>
                </a:cubicBezTo>
                <a:cubicBezTo>
                  <a:pt x="11802" y="16050"/>
                  <a:pt x="10641" y="15765"/>
                  <a:pt x="9492" y="15147"/>
                </a:cubicBezTo>
                <a:cubicBezTo>
                  <a:pt x="7798" y="14233"/>
                  <a:pt x="6110" y="12593"/>
                  <a:pt x="4400" y="12897"/>
                </a:cubicBezTo>
                <a:cubicBezTo>
                  <a:pt x="2690" y="13202"/>
                  <a:pt x="888" y="15873"/>
                  <a:pt x="0" y="21600"/>
                </a:cubicBez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9FA3B3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</a:defRPr>
            </a:pP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 descr="A person sitting at a table using a computer&#10;&#10;Description automatically generated">
            <a:extLst>
              <a:ext uri="{FF2B5EF4-FFF2-40B4-BE49-F238E27FC236}">
                <a16:creationId xmlns:a16="http://schemas.microsoft.com/office/drawing/2014/main" id="{F390DE7A-A372-034C-9A8D-C9F45B1564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7475" y="2895600"/>
            <a:ext cx="6903136" cy="3962400"/>
          </a:xfrm>
          <a:prstGeom prst="rect">
            <a:avLst/>
          </a:prstGeom>
        </p:spPr>
      </p:pic>
      <p:sp>
        <p:nvSpPr>
          <p:cNvPr id="9" name="Picture Placeholder 15">
            <a:extLst>
              <a:ext uri="{FF2B5EF4-FFF2-40B4-BE49-F238E27FC236}">
                <a16:creationId xmlns:a16="http://schemas.microsoft.com/office/drawing/2014/main" id="{33CC49E4-6647-47F5-895A-9CFC416CE1C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408784" y="652440"/>
            <a:ext cx="1333500" cy="1333500"/>
          </a:xfrm>
          <a:prstGeom prst="ellipse">
            <a:avLst/>
          </a:prstGeom>
          <a:solidFill>
            <a:schemeClr val="accent5"/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5207695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Image">
  <p:cSld name="Full Image"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306"/>
          <p:cNvSpPr>
            <a:spLocks noGrp="1"/>
          </p:cNvSpPr>
          <p:nvPr>
            <p:ph type="pic" idx="2"/>
          </p:nvPr>
        </p:nvSpPr>
        <p:spPr>
          <a:xfrm>
            <a:off x="-199169" y="-174171"/>
            <a:ext cx="12590339" cy="7206342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11542637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">
  <p:cSld name="slide"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307"/>
          <p:cNvSpPr>
            <a:spLocks noGrp="1"/>
          </p:cNvSpPr>
          <p:nvPr>
            <p:ph type="pic" idx="2"/>
          </p:nvPr>
        </p:nvSpPr>
        <p:spPr>
          <a:xfrm>
            <a:off x="3978704" y="-174171"/>
            <a:ext cx="8412466" cy="7206342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692" name="Google Shape;692;p307"/>
          <p:cNvSpPr/>
          <p:nvPr/>
        </p:nvSpPr>
        <p:spPr>
          <a:xfrm flipH="1">
            <a:off x="1588" y="627903"/>
            <a:ext cx="560419" cy="270354"/>
          </a:xfrm>
          <a:custGeom>
            <a:avLst/>
            <a:gdLst/>
            <a:ahLst/>
            <a:cxnLst/>
            <a:rect l="l" t="t" r="r" b="b"/>
            <a:pathLst>
              <a:path w="16161399" h="3987559" extrusionOk="0">
                <a:moveTo>
                  <a:pt x="2409708" y="0"/>
                </a:moveTo>
                <a:lnTo>
                  <a:pt x="16161399" y="0"/>
                </a:lnTo>
                <a:lnTo>
                  <a:pt x="16161399" y="3987559"/>
                </a:lnTo>
                <a:lnTo>
                  <a:pt x="0" y="3960361"/>
                </a:lnTo>
                <a:lnTo>
                  <a:pt x="2409708" y="0"/>
                </a:lnTo>
                <a:close/>
              </a:path>
            </a:pathLst>
          </a:custGeom>
          <a:solidFill>
            <a:srgbClr val="19A7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8530263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lide">
  <p:cSld name="1_slide"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308"/>
          <p:cNvSpPr>
            <a:spLocks noGrp="1"/>
          </p:cNvSpPr>
          <p:nvPr>
            <p:ph type="pic" idx="2"/>
          </p:nvPr>
        </p:nvSpPr>
        <p:spPr>
          <a:xfrm>
            <a:off x="-199169" y="-174171"/>
            <a:ext cx="12590339" cy="4288971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695" name="Google Shape;695;p308"/>
          <p:cNvSpPr txBox="1">
            <a:spLocks noGrp="1"/>
          </p:cNvSpPr>
          <p:nvPr>
            <p:ph type="body" idx="1"/>
          </p:nvPr>
        </p:nvSpPr>
        <p:spPr>
          <a:xfrm>
            <a:off x="1215840" y="4367129"/>
            <a:ext cx="10421727" cy="2166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1093093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slide">
  <p:cSld name="2_slide"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309"/>
          <p:cNvSpPr>
            <a:spLocks noGrp="1"/>
          </p:cNvSpPr>
          <p:nvPr>
            <p:ph type="pic" idx="2"/>
          </p:nvPr>
        </p:nvSpPr>
        <p:spPr>
          <a:xfrm>
            <a:off x="3576130" y="2940877"/>
            <a:ext cx="1389961" cy="1389597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698" name="Google Shape;698;p309"/>
          <p:cNvSpPr>
            <a:spLocks noGrp="1"/>
          </p:cNvSpPr>
          <p:nvPr>
            <p:ph type="pic" idx="3"/>
          </p:nvPr>
        </p:nvSpPr>
        <p:spPr>
          <a:xfrm>
            <a:off x="4492911" y="1447800"/>
            <a:ext cx="1389961" cy="1389597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699" name="Google Shape;699;p309"/>
          <p:cNvSpPr>
            <a:spLocks noGrp="1"/>
          </p:cNvSpPr>
          <p:nvPr>
            <p:ph type="pic" idx="4"/>
          </p:nvPr>
        </p:nvSpPr>
        <p:spPr>
          <a:xfrm>
            <a:off x="6309129" y="1447800"/>
            <a:ext cx="1389961" cy="1389597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00" name="Google Shape;700;p309"/>
          <p:cNvSpPr>
            <a:spLocks noGrp="1"/>
          </p:cNvSpPr>
          <p:nvPr>
            <p:ph type="pic" idx="5"/>
          </p:nvPr>
        </p:nvSpPr>
        <p:spPr>
          <a:xfrm>
            <a:off x="4492911" y="4433954"/>
            <a:ext cx="1389961" cy="1389597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01" name="Google Shape;701;p309"/>
          <p:cNvSpPr>
            <a:spLocks noGrp="1"/>
          </p:cNvSpPr>
          <p:nvPr>
            <p:ph type="pic" idx="6"/>
          </p:nvPr>
        </p:nvSpPr>
        <p:spPr>
          <a:xfrm>
            <a:off x="6309129" y="4433954"/>
            <a:ext cx="1389961" cy="1389597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02" name="Google Shape;702;p309"/>
          <p:cNvSpPr>
            <a:spLocks noGrp="1"/>
          </p:cNvSpPr>
          <p:nvPr>
            <p:ph type="pic" idx="7"/>
          </p:nvPr>
        </p:nvSpPr>
        <p:spPr>
          <a:xfrm>
            <a:off x="7225909" y="2940877"/>
            <a:ext cx="1389961" cy="1389597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60041621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slide">
  <p:cSld name="3_slide"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310"/>
          <p:cNvSpPr>
            <a:spLocks noGrp="1"/>
          </p:cNvSpPr>
          <p:nvPr>
            <p:ph type="pic" idx="2"/>
          </p:nvPr>
        </p:nvSpPr>
        <p:spPr>
          <a:xfrm>
            <a:off x="2237975" y="4303749"/>
            <a:ext cx="1333651" cy="1333302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05" name="Google Shape;705;p310"/>
          <p:cNvSpPr>
            <a:spLocks noGrp="1"/>
          </p:cNvSpPr>
          <p:nvPr>
            <p:ph type="pic" idx="3"/>
          </p:nvPr>
        </p:nvSpPr>
        <p:spPr>
          <a:xfrm>
            <a:off x="3457115" y="3122288"/>
            <a:ext cx="1333651" cy="1333302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06" name="Google Shape;706;p310"/>
          <p:cNvSpPr>
            <a:spLocks noGrp="1"/>
          </p:cNvSpPr>
          <p:nvPr>
            <p:ph type="pic" idx="4"/>
          </p:nvPr>
        </p:nvSpPr>
        <p:spPr>
          <a:xfrm>
            <a:off x="4624057" y="1959965"/>
            <a:ext cx="1333651" cy="1333302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07" name="Google Shape;707;p310"/>
          <p:cNvSpPr>
            <a:spLocks noGrp="1"/>
          </p:cNvSpPr>
          <p:nvPr>
            <p:ph type="pic" idx="5"/>
          </p:nvPr>
        </p:nvSpPr>
        <p:spPr>
          <a:xfrm>
            <a:off x="5790998" y="784547"/>
            <a:ext cx="1333651" cy="1333302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7642052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slide">
  <p:cSld name="4_slide"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311"/>
          <p:cNvSpPr>
            <a:spLocks noGrp="1"/>
          </p:cNvSpPr>
          <p:nvPr>
            <p:ph type="pic" idx="2"/>
          </p:nvPr>
        </p:nvSpPr>
        <p:spPr>
          <a:xfrm>
            <a:off x="-199169" y="2514600"/>
            <a:ext cx="12590339" cy="4517571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10" name="Google Shape;710;p311"/>
          <p:cNvSpPr>
            <a:spLocks noGrp="1"/>
          </p:cNvSpPr>
          <p:nvPr>
            <p:ph type="pic" idx="3"/>
          </p:nvPr>
        </p:nvSpPr>
        <p:spPr>
          <a:xfrm>
            <a:off x="1428209" y="1579564"/>
            <a:ext cx="1870562" cy="1870072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11" name="Google Shape;711;p311"/>
          <p:cNvSpPr>
            <a:spLocks noGrp="1"/>
          </p:cNvSpPr>
          <p:nvPr>
            <p:ph type="pic" idx="4"/>
          </p:nvPr>
        </p:nvSpPr>
        <p:spPr>
          <a:xfrm>
            <a:off x="5160720" y="1579564"/>
            <a:ext cx="1870562" cy="1870072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12" name="Google Shape;712;p311"/>
          <p:cNvSpPr>
            <a:spLocks noGrp="1"/>
          </p:cNvSpPr>
          <p:nvPr>
            <p:ph type="pic" idx="5"/>
          </p:nvPr>
        </p:nvSpPr>
        <p:spPr>
          <a:xfrm>
            <a:off x="8893230" y="1579564"/>
            <a:ext cx="1870562" cy="1870072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pic>
        <p:nvPicPr>
          <p:cNvPr id="713" name="Google Shape;713;p311"/>
          <p:cNvPicPr preferRelativeResize="0"/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60258" y="419996"/>
            <a:ext cx="892157" cy="7913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3558821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slide">
  <p:cSld name="5_slide"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312"/>
          <p:cNvSpPr>
            <a:spLocks noGrp="1"/>
          </p:cNvSpPr>
          <p:nvPr>
            <p:ph type="pic" idx="2"/>
          </p:nvPr>
        </p:nvSpPr>
        <p:spPr>
          <a:xfrm>
            <a:off x="5222862" y="0"/>
            <a:ext cx="6969138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58511075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slide">
  <p:cSld name="6_slide"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313"/>
          <p:cNvSpPr>
            <a:spLocks noGrp="1"/>
          </p:cNvSpPr>
          <p:nvPr>
            <p:ph type="pic" idx="2"/>
          </p:nvPr>
        </p:nvSpPr>
        <p:spPr>
          <a:xfrm>
            <a:off x="713116" y="2066599"/>
            <a:ext cx="1333653" cy="1333303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18" name="Google Shape;718;p313"/>
          <p:cNvSpPr>
            <a:spLocks noGrp="1"/>
          </p:cNvSpPr>
          <p:nvPr>
            <p:ph type="pic" idx="3"/>
          </p:nvPr>
        </p:nvSpPr>
        <p:spPr>
          <a:xfrm>
            <a:off x="713119" y="3890151"/>
            <a:ext cx="1333648" cy="1333299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19" name="Google Shape;719;p313"/>
          <p:cNvSpPr>
            <a:spLocks noGrp="1"/>
          </p:cNvSpPr>
          <p:nvPr>
            <p:ph type="pic" idx="4"/>
          </p:nvPr>
        </p:nvSpPr>
        <p:spPr>
          <a:xfrm>
            <a:off x="6589152" y="2066599"/>
            <a:ext cx="1333653" cy="1333303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20" name="Google Shape;720;p313"/>
          <p:cNvSpPr>
            <a:spLocks noGrp="1"/>
          </p:cNvSpPr>
          <p:nvPr>
            <p:ph type="pic" idx="5"/>
          </p:nvPr>
        </p:nvSpPr>
        <p:spPr>
          <a:xfrm>
            <a:off x="6589155" y="3890151"/>
            <a:ext cx="1333648" cy="1333299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98556748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slide">
  <p:cSld name="7_slide"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314"/>
          <p:cNvSpPr>
            <a:spLocks noGrp="1"/>
          </p:cNvSpPr>
          <p:nvPr>
            <p:ph type="pic" idx="2"/>
          </p:nvPr>
        </p:nvSpPr>
        <p:spPr>
          <a:xfrm>
            <a:off x="713118" y="1581144"/>
            <a:ext cx="5879817" cy="4203543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69455504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slide">
  <p:cSld name="8_slide"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315"/>
          <p:cNvSpPr>
            <a:spLocks noGrp="1"/>
          </p:cNvSpPr>
          <p:nvPr>
            <p:ph type="pic" idx="2"/>
          </p:nvPr>
        </p:nvSpPr>
        <p:spPr>
          <a:xfrm>
            <a:off x="5784331" y="1315673"/>
            <a:ext cx="5879817" cy="4203543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25" name="Google Shape;725;p315"/>
          <p:cNvSpPr txBox="1">
            <a:spLocks noGrp="1"/>
          </p:cNvSpPr>
          <p:nvPr>
            <p:ph type="title"/>
          </p:nvPr>
        </p:nvSpPr>
        <p:spPr>
          <a:xfrm>
            <a:off x="838201" y="365127"/>
            <a:ext cx="10515600" cy="627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3F4F"/>
              </a:buClr>
              <a:buSzPts val="2200"/>
              <a:buFont typeface="Arial"/>
              <a:buNone/>
              <a:defRPr sz="2200" b="1">
                <a:solidFill>
                  <a:srgbClr val="323F4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6" name="Google Shape;726;p315"/>
          <p:cNvSpPr/>
          <p:nvPr/>
        </p:nvSpPr>
        <p:spPr>
          <a:xfrm flipH="1">
            <a:off x="1588" y="627903"/>
            <a:ext cx="560419" cy="270354"/>
          </a:xfrm>
          <a:custGeom>
            <a:avLst/>
            <a:gdLst/>
            <a:ahLst/>
            <a:cxnLst/>
            <a:rect l="l" t="t" r="r" b="b"/>
            <a:pathLst>
              <a:path w="16161399" h="3987559" extrusionOk="0">
                <a:moveTo>
                  <a:pt x="2409708" y="0"/>
                </a:moveTo>
                <a:lnTo>
                  <a:pt x="16161399" y="0"/>
                </a:lnTo>
                <a:lnTo>
                  <a:pt x="16161399" y="3987559"/>
                </a:lnTo>
                <a:lnTo>
                  <a:pt x="0" y="3960361"/>
                </a:lnTo>
                <a:lnTo>
                  <a:pt x="2409708" y="0"/>
                </a:lnTo>
                <a:close/>
              </a:path>
            </a:pathLst>
          </a:custGeom>
          <a:solidFill>
            <a:srgbClr val="19A7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7" name="Google Shape;727;p315"/>
          <p:cNvPicPr preferRelativeResize="0"/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60258" y="419996"/>
            <a:ext cx="892157" cy="7913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5181280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slide">
  <p:cSld name="9_slide"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316"/>
          <p:cNvSpPr>
            <a:spLocks noGrp="1"/>
          </p:cNvSpPr>
          <p:nvPr>
            <p:ph type="pic" idx="2"/>
          </p:nvPr>
        </p:nvSpPr>
        <p:spPr>
          <a:xfrm>
            <a:off x="713117" y="1712348"/>
            <a:ext cx="5382883" cy="2434261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57103025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slide">
  <p:cSld name="10_slide"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317"/>
          <p:cNvSpPr>
            <a:spLocks noGrp="1"/>
          </p:cNvSpPr>
          <p:nvPr>
            <p:ph type="pic" idx="2"/>
          </p:nvPr>
        </p:nvSpPr>
        <p:spPr>
          <a:xfrm>
            <a:off x="1069999" y="2677076"/>
            <a:ext cx="2010401" cy="804672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32" name="Google Shape;732;p317"/>
          <p:cNvSpPr>
            <a:spLocks noGrp="1"/>
          </p:cNvSpPr>
          <p:nvPr>
            <p:ph type="pic" idx="3"/>
          </p:nvPr>
        </p:nvSpPr>
        <p:spPr>
          <a:xfrm>
            <a:off x="5090800" y="2677076"/>
            <a:ext cx="2010401" cy="804672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33" name="Google Shape;733;p317"/>
          <p:cNvSpPr>
            <a:spLocks noGrp="1"/>
          </p:cNvSpPr>
          <p:nvPr>
            <p:ph type="pic" idx="4"/>
          </p:nvPr>
        </p:nvSpPr>
        <p:spPr>
          <a:xfrm>
            <a:off x="9111600" y="2677076"/>
            <a:ext cx="2010401" cy="804672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34" name="Google Shape;734;p317"/>
          <p:cNvSpPr>
            <a:spLocks noGrp="1"/>
          </p:cNvSpPr>
          <p:nvPr>
            <p:ph type="pic" idx="5"/>
          </p:nvPr>
        </p:nvSpPr>
        <p:spPr>
          <a:xfrm>
            <a:off x="3080399" y="3884084"/>
            <a:ext cx="2010401" cy="804672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35" name="Google Shape;735;p317"/>
          <p:cNvSpPr>
            <a:spLocks noGrp="1"/>
          </p:cNvSpPr>
          <p:nvPr>
            <p:ph type="pic" idx="6"/>
          </p:nvPr>
        </p:nvSpPr>
        <p:spPr>
          <a:xfrm>
            <a:off x="7101200" y="3884084"/>
            <a:ext cx="2010401" cy="804672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98569152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slide">
  <p:cSld name="11_slide"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318"/>
          <p:cNvSpPr>
            <a:spLocks noGrp="1"/>
          </p:cNvSpPr>
          <p:nvPr>
            <p:ph type="pic" idx="2"/>
          </p:nvPr>
        </p:nvSpPr>
        <p:spPr>
          <a:xfrm>
            <a:off x="780799" y="1977749"/>
            <a:ext cx="2397440" cy="89251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38" name="Google Shape;738;p318"/>
          <p:cNvSpPr>
            <a:spLocks noGrp="1"/>
          </p:cNvSpPr>
          <p:nvPr>
            <p:ph type="pic" idx="3"/>
          </p:nvPr>
        </p:nvSpPr>
        <p:spPr>
          <a:xfrm>
            <a:off x="3525120" y="1977749"/>
            <a:ext cx="2397440" cy="89251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39" name="Google Shape;739;p318"/>
          <p:cNvSpPr>
            <a:spLocks noGrp="1"/>
          </p:cNvSpPr>
          <p:nvPr>
            <p:ph type="pic" idx="4"/>
          </p:nvPr>
        </p:nvSpPr>
        <p:spPr>
          <a:xfrm>
            <a:off x="6269441" y="1977749"/>
            <a:ext cx="2397440" cy="89251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40" name="Google Shape;740;p318"/>
          <p:cNvSpPr>
            <a:spLocks noGrp="1"/>
          </p:cNvSpPr>
          <p:nvPr>
            <p:ph type="pic" idx="5"/>
          </p:nvPr>
        </p:nvSpPr>
        <p:spPr>
          <a:xfrm>
            <a:off x="9013761" y="1977749"/>
            <a:ext cx="2397440" cy="89251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41" name="Google Shape;741;p318"/>
          <p:cNvSpPr>
            <a:spLocks noGrp="1"/>
          </p:cNvSpPr>
          <p:nvPr>
            <p:ph type="pic" idx="6"/>
          </p:nvPr>
        </p:nvSpPr>
        <p:spPr>
          <a:xfrm>
            <a:off x="780799" y="3236659"/>
            <a:ext cx="2397440" cy="89251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42" name="Google Shape;742;p318"/>
          <p:cNvSpPr>
            <a:spLocks noGrp="1"/>
          </p:cNvSpPr>
          <p:nvPr>
            <p:ph type="pic" idx="7"/>
          </p:nvPr>
        </p:nvSpPr>
        <p:spPr>
          <a:xfrm>
            <a:off x="3525120" y="3236659"/>
            <a:ext cx="2397440" cy="89251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43" name="Google Shape;743;p318"/>
          <p:cNvSpPr>
            <a:spLocks noGrp="1"/>
          </p:cNvSpPr>
          <p:nvPr>
            <p:ph type="pic" idx="8"/>
          </p:nvPr>
        </p:nvSpPr>
        <p:spPr>
          <a:xfrm>
            <a:off x="6269441" y="3236659"/>
            <a:ext cx="2397440" cy="89251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44" name="Google Shape;744;p318"/>
          <p:cNvSpPr>
            <a:spLocks noGrp="1"/>
          </p:cNvSpPr>
          <p:nvPr>
            <p:ph type="pic" idx="9"/>
          </p:nvPr>
        </p:nvSpPr>
        <p:spPr>
          <a:xfrm>
            <a:off x="9013761" y="3236659"/>
            <a:ext cx="2397440" cy="89251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45" name="Google Shape;745;p318"/>
          <p:cNvSpPr>
            <a:spLocks noGrp="1"/>
          </p:cNvSpPr>
          <p:nvPr>
            <p:ph type="pic" idx="13"/>
          </p:nvPr>
        </p:nvSpPr>
        <p:spPr>
          <a:xfrm>
            <a:off x="780799" y="4495568"/>
            <a:ext cx="2397440" cy="89251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46" name="Google Shape;746;p318"/>
          <p:cNvSpPr>
            <a:spLocks noGrp="1"/>
          </p:cNvSpPr>
          <p:nvPr>
            <p:ph type="pic" idx="14"/>
          </p:nvPr>
        </p:nvSpPr>
        <p:spPr>
          <a:xfrm>
            <a:off x="3525120" y="4495568"/>
            <a:ext cx="2397440" cy="89251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47" name="Google Shape;747;p318"/>
          <p:cNvSpPr>
            <a:spLocks noGrp="1"/>
          </p:cNvSpPr>
          <p:nvPr>
            <p:ph type="pic" idx="15"/>
          </p:nvPr>
        </p:nvSpPr>
        <p:spPr>
          <a:xfrm>
            <a:off x="6269441" y="4495568"/>
            <a:ext cx="2397440" cy="89251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48" name="Google Shape;748;p318"/>
          <p:cNvSpPr>
            <a:spLocks noGrp="1"/>
          </p:cNvSpPr>
          <p:nvPr>
            <p:ph type="pic" idx="16"/>
          </p:nvPr>
        </p:nvSpPr>
        <p:spPr>
          <a:xfrm>
            <a:off x="9013761" y="4495568"/>
            <a:ext cx="2397440" cy="89251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664664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_slide">
  <p:cSld name="12_slide"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319"/>
          <p:cNvSpPr>
            <a:spLocks noGrp="1"/>
          </p:cNvSpPr>
          <p:nvPr>
            <p:ph type="pic" idx="2"/>
          </p:nvPr>
        </p:nvSpPr>
        <p:spPr>
          <a:xfrm>
            <a:off x="747589" y="1735566"/>
            <a:ext cx="3454687" cy="3999122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51" name="Google Shape;751;p319"/>
          <p:cNvSpPr>
            <a:spLocks noGrp="1"/>
          </p:cNvSpPr>
          <p:nvPr>
            <p:ph type="pic" idx="3"/>
          </p:nvPr>
        </p:nvSpPr>
        <p:spPr>
          <a:xfrm>
            <a:off x="4330279" y="1735566"/>
            <a:ext cx="3454687" cy="3999122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18976820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slide">
  <p:cSld name="13_slide">
    <p:spTree>
      <p:nvGrpSpPr>
        <p:cNvPr id="1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320"/>
          <p:cNvSpPr>
            <a:spLocks noGrp="1"/>
          </p:cNvSpPr>
          <p:nvPr>
            <p:ph type="pic" idx="2"/>
          </p:nvPr>
        </p:nvSpPr>
        <p:spPr>
          <a:xfrm>
            <a:off x="7548023" y="-11151"/>
            <a:ext cx="4643977" cy="6869151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2177561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slide">
  <p:cSld name="14_slide"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321"/>
          <p:cNvSpPr>
            <a:spLocks noGrp="1"/>
          </p:cNvSpPr>
          <p:nvPr>
            <p:ph type="pic" idx="2"/>
          </p:nvPr>
        </p:nvSpPr>
        <p:spPr>
          <a:xfrm>
            <a:off x="4407323" y="1735566"/>
            <a:ext cx="3454687" cy="3999122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56" name="Google Shape;756;p321"/>
          <p:cNvSpPr>
            <a:spLocks noGrp="1"/>
          </p:cNvSpPr>
          <p:nvPr>
            <p:ph type="pic" idx="3"/>
          </p:nvPr>
        </p:nvSpPr>
        <p:spPr>
          <a:xfrm>
            <a:off x="7990013" y="1735566"/>
            <a:ext cx="3454687" cy="3999122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58244988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_slide">
  <p:cSld name="15_slide"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322"/>
          <p:cNvSpPr>
            <a:spLocks noGrp="1"/>
          </p:cNvSpPr>
          <p:nvPr>
            <p:ph type="pic" idx="2"/>
          </p:nvPr>
        </p:nvSpPr>
        <p:spPr>
          <a:xfrm>
            <a:off x="4379579" y="-11152"/>
            <a:ext cx="7812421" cy="6869151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67936977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slide">
  <p:cSld name="16_slide"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323"/>
          <p:cNvSpPr>
            <a:spLocks noGrp="1"/>
          </p:cNvSpPr>
          <p:nvPr>
            <p:ph type="pic" idx="2"/>
          </p:nvPr>
        </p:nvSpPr>
        <p:spPr>
          <a:xfrm>
            <a:off x="-2511399" y="1712857"/>
            <a:ext cx="5022797" cy="2891798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61" name="Google Shape;761;p323"/>
          <p:cNvSpPr>
            <a:spLocks noGrp="1"/>
          </p:cNvSpPr>
          <p:nvPr>
            <p:ph type="pic" idx="3"/>
          </p:nvPr>
        </p:nvSpPr>
        <p:spPr>
          <a:xfrm>
            <a:off x="3584600" y="1712857"/>
            <a:ext cx="5022797" cy="2891798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62" name="Google Shape;762;p323"/>
          <p:cNvSpPr>
            <a:spLocks noGrp="1"/>
          </p:cNvSpPr>
          <p:nvPr>
            <p:ph type="pic" idx="4"/>
          </p:nvPr>
        </p:nvSpPr>
        <p:spPr>
          <a:xfrm>
            <a:off x="9680602" y="1712857"/>
            <a:ext cx="5022797" cy="2891798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9283496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_slide">
  <p:cSld name="17_slide"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324"/>
          <p:cNvSpPr>
            <a:spLocks noGrp="1"/>
          </p:cNvSpPr>
          <p:nvPr>
            <p:ph type="pic" idx="2"/>
          </p:nvPr>
        </p:nvSpPr>
        <p:spPr>
          <a:xfrm>
            <a:off x="4657688" y="0"/>
            <a:ext cx="6142693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5863028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8_slide">
  <p:cSld name="18_slide"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325"/>
          <p:cNvSpPr>
            <a:spLocks noGrp="1"/>
          </p:cNvSpPr>
          <p:nvPr>
            <p:ph type="pic" idx="2"/>
          </p:nvPr>
        </p:nvSpPr>
        <p:spPr>
          <a:xfrm>
            <a:off x="745783" y="1641727"/>
            <a:ext cx="5435475" cy="403997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12902213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9_slide">
  <p:cSld name="19_slide"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326"/>
          <p:cNvSpPr>
            <a:spLocks noGrp="1"/>
          </p:cNvSpPr>
          <p:nvPr>
            <p:ph type="pic" idx="2"/>
          </p:nvPr>
        </p:nvSpPr>
        <p:spPr>
          <a:xfrm>
            <a:off x="0" y="0"/>
            <a:ext cx="7818066" cy="6869413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80030142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0_slide">
  <p:cSld name="20_slide"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327"/>
          <p:cNvSpPr>
            <a:spLocks noGrp="1"/>
          </p:cNvSpPr>
          <p:nvPr>
            <p:ph type="pic" idx="2"/>
          </p:nvPr>
        </p:nvSpPr>
        <p:spPr>
          <a:xfrm>
            <a:off x="6010742" y="1641727"/>
            <a:ext cx="5435475" cy="403997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138127680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1_slide">
  <p:cSld name="21_slide"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328"/>
          <p:cNvSpPr>
            <a:spLocks noGrp="1"/>
          </p:cNvSpPr>
          <p:nvPr>
            <p:ph type="pic" idx="2"/>
          </p:nvPr>
        </p:nvSpPr>
        <p:spPr>
          <a:xfrm>
            <a:off x="3316218" y="0"/>
            <a:ext cx="6142693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73" name="Google Shape;773;p328"/>
          <p:cNvSpPr>
            <a:spLocks noGrp="1"/>
          </p:cNvSpPr>
          <p:nvPr>
            <p:ph type="pic" idx="3"/>
          </p:nvPr>
        </p:nvSpPr>
        <p:spPr>
          <a:xfrm>
            <a:off x="7541024" y="0"/>
            <a:ext cx="4659195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0549595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2_slide">
  <p:cSld name="22_slide"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329"/>
          <p:cNvSpPr>
            <a:spLocks noGrp="1"/>
          </p:cNvSpPr>
          <p:nvPr>
            <p:ph type="pic" idx="2"/>
          </p:nvPr>
        </p:nvSpPr>
        <p:spPr>
          <a:xfrm>
            <a:off x="2671026" y="-1"/>
            <a:ext cx="3970043" cy="4434836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76" name="Google Shape;776;p329"/>
          <p:cNvSpPr>
            <a:spLocks noGrp="1"/>
          </p:cNvSpPr>
          <p:nvPr>
            <p:ph type="pic" idx="3"/>
          </p:nvPr>
        </p:nvSpPr>
        <p:spPr>
          <a:xfrm>
            <a:off x="5460923" y="-1"/>
            <a:ext cx="3970043" cy="4434836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77" name="Google Shape;777;p329"/>
          <p:cNvSpPr>
            <a:spLocks noGrp="1"/>
          </p:cNvSpPr>
          <p:nvPr>
            <p:ph type="pic" idx="4"/>
          </p:nvPr>
        </p:nvSpPr>
        <p:spPr>
          <a:xfrm>
            <a:off x="8221115" y="-1"/>
            <a:ext cx="3970043" cy="4434836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359566189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3_slide">
  <p:cSld name="23_slide"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330"/>
          <p:cNvSpPr>
            <a:spLocks noGrp="1"/>
          </p:cNvSpPr>
          <p:nvPr>
            <p:ph type="pic" idx="2"/>
          </p:nvPr>
        </p:nvSpPr>
        <p:spPr>
          <a:xfrm>
            <a:off x="7485063" y="627903"/>
            <a:ext cx="2218958" cy="221838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80" name="Google Shape;780;p330"/>
          <p:cNvSpPr>
            <a:spLocks noGrp="1"/>
          </p:cNvSpPr>
          <p:nvPr>
            <p:ph type="pic" idx="3"/>
          </p:nvPr>
        </p:nvSpPr>
        <p:spPr>
          <a:xfrm>
            <a:off x="8487915" y="2988577"/>
            <a:ext cx="2923285" cy="292252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81" name="Google Shape;781;p330"/>
          <p:cNvSpPr>
            <a:spLocks noGrp="1"/>
          </p:cNvSpPr>
          <p:nvPr>
            <p:ph type="pic" idx="4"/>
          </p:nvPr>
        </p:nvSpPr>
        <p:spPr>
          <a:xfrm>
            <a:off x="6636696" y="2988577"/>
            <a:ext cx="1697038" cy="1696597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76947163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4_slide">
  <p:cSld name="24_slide"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331"/>
          <p:cNvSpPr>
            <a:spLocks noGrp="1"/>
          </p:cNvSpPr>
          <p:nvPr>
            <p:ph type="pic" idx="2"/>
          </p:nvPr>
        </p:nvSpPr>
        <p:spPr>
          <a:xfrm>
            <a:off x="1765158" y="1616567"/>
            <a:ext cx="1945814" cy="4111559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84" name="Google Shape;784;p331"/>
          <p:cNvSpPr>
            <a:spLocks noGrp="1"/>
          </p:cNvSpPr>
          <p:nvPr>
            <p:ph type="pic" idx="3"/>
          </p:nvPr>
        </p:nvSpPr>
        <p:spPr>
          <a:xfrm>
            <a:off x="5439218" y="1616567"/>
            <a:ext cx="1945814" cy="4111559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85" name="Google Shape;785;p331"/>
          <p:cNvSpPr>
            <a:spLocks noGrp="1"/>
          </p:cNvSpPr>
          <p:nvPr>
            <p:ph type="pic" idx="4"/>
          </p:nvPr>
        </p:nvSpPr>
        <p:spPr>
          <a:xfrm>
            <a:off x="9235754" y="1616567"/>
            <a:ext cx="1945814" cy="4111559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94916357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5_slide">
  <p:cSld name="25_slide"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332"/>
          <p:cNvSpPr>
            <a:spLocks noGrp="1"/>
          </p:cNvSpPr>
          <p:nvPr>
            <p:ph type="pic" idx="2"/>
          </p:nvPr>
        </p:nvSpPr>
        <p:spPr>
          <a:xfrm>
            <a:off x="4833251" y="2099608"/>
            <a:ext cx="2528229" cy="3379817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97622372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6_slide">
  <p:cSld name="26_slide">
    <p:spTree>
      <p:nvGrpSpPr>
        <p:cNvPr id="1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333"/>
          <p:cNvSpPr>
            <a:spLocks noGrp="1"/>
          </p:cNvSpPr>
          <p:nvPr>
            <p:ph type="pic" idx="2"/>
          </p:nvPr>
        </p:nvSpPr>
        <p:spPr>
          <a:xfrm>
            <a:off x="1449316" y="2114606"/>
            <a:ext cx="3626150" cy="226634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90" name="Google Shape;790;p333"/>
          <p:cNvSpPr>
            <a:spLocks noGrp="1"/>
          </p:cNvSpPr>
          <p:nvPr>
            <p:ph type="pic" idx="3"/>
          </p:nvPr>
        </p:nvSpPr>
        <p:spPr>
          <a:xfrm>
            <a:off x="7173347" y="2114606"/>
            <a:ext cx="3626150" cy="226634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91" name="Google Shape;791;p333"/>
          <p:cNvSpPr>
            <a:spLocks noGrp="1"/>
          </p:cNvSpPr>
          <p:nvPr>
            <p:ph type="pic" idx="4"/>
          </p:nvPr>
        </p:nvSpPr>
        <p:spPr>
          <a:xfrm>
            <a:off x="3825346" y="1769693"/>
            <a:ext cx="4586924" cy="2866822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62106198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7_slide">
  <p:cSld name="27_slide"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334"/>
          <p:cNvSpPr>
            <a:spLocks noGrp="1"/>
          </p:cNvSpPr>
          <p:nvPr>
            <p:ph type="pic" idx="2"/>
          </p:nvPr>
        </p:nvSpPr>
        <p:spPr>
          <a:xfrm>
            <a:off x="1471886" y="1651649"/>
            <a:ext cx="1945814" cy="4111559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01245034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8_slide">
  <p:cSld name="28_slide"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335"/>
          <p:cNvSpPr>
            <a:spLocks noGrp="1"/>
          </p:cNvSpPr>
          <p:nvPr>
            <p:ph type="pic" idx="2"/>
          </p:nvPr>
        </p:nvSpPr>
        <p:spPr>
          <a:xfrm>
            <a:off x="-199169" y="2432304"/>
            <a:ext cx="12590339" cy="4599867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84600577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s and Contents Layout">
  <p:cSld name="Images and Contents Layout">
    <p:spTree>
      <p:nvGrpSpPr>
        <p:cNvPr id="1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336"/>
          <p:cNvSpPr>
            <a:spLocks noGrp="1"/>
          </p:cNvSpPr>
          <p:nvPr>
            <p:ph type="pic" idx="2"/>
          </p:nvPr>
        </p:nvSpPr>
        <p:spPr>
          <a:xfrm>
            <a:off x="0" y="-1"/>
            <a:ext cx="12192000" cy="6857999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357137546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rgbClr val="4F6481"/>
        </a:solidFill>
        <a:effectLst/>
      </p:bgPr>
    </p:bg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337"/>
          <p:cNvSpPr txBox="1"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18275" bIns="0" anchor="b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5D6AE"/>
              </a:buClr>
              <a:buSzPts val="5600"/>
              <a:buFont typeface="Arial"/>
              <a:buNone/>
              <a:defRPr sz="5600" b="1">
                <a:solidFill>
                  <a:srgbClr val="65D6A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0" name="Google Shape;800;p337"/>
          <p:cNvSpPr txBox="1"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rmAutofit/>
          </a:bodyPr>
          <a:lstStyle>
            <a:lvl1pPr marR="45720"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801" name="Google Shape;801;p33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2" name="Google Shape;802;p337"/>
          <p:cNvSpPr txBox="1">
            <a:spLocks noGrp="1"/>
          </p:cNvSpPr>
          <p:nvPr>
            <p:ph type="ftr" idx="11"/>
          </p:nvPr>
        </p:nvSpPr>
        <p:spPr>
          <a:xfrm>
            <a:off x="4038601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3" name="Google Shape;803;p33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3442454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38"/>
          <p:cNvSpPr txBox="1">
            <a:spLocks noGrp="1"/>
          </p:cNvSpPr>
          <p:nvPr>
            <p:ph type="title"/>
          </p:nvPr>
        </p:nvSpPr>
        <p:spPr>
          <a:xfrm>
            <a:off x="838201" y="36512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6" name="Google Shape;806;p338"/>
          <p:cNvSpPr txBox="1"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7" name="Google Shape;807;p33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8" name="Google Shape;808;p338"/>
          <p:cNvSpPr txBox="1">
            <a:spLocks noGrp="1"/>
          </p:cNvSpPr>
          <p:nvPr>
            <p:ph type="ftr" idx="11"/>
          </p:nvPr>
        </p:nvSpPr>
        <p:spPr>
          <a:xfrm>
            <a:off x="4038601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9" name="Google Shape;809;p33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032968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20454C67-A664-1948-8DAD-7F16204D54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6858000" y="0"/>
            <a:ext cx="535052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0454C67-A664-1948-8DAD-7F16204D54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0" y="0"/>
            <a:ext cx="6858000" cy="6858000"/>
          </a:xfrm>
          <a:prstGeom prst="rect">
            <a:avLst/>
          </a:prstGeom>
        </p:spPr>
      </p:pic>
      <p:sp>
        <p:nvSpPr>
          <p:cNvPr id="6" name="Shape">
            <a:extLst>
              <a:ext uri="{FF2B5EF4-FFF2-40B4-BE49-F238E27FC236}">
                <a16:creationId xmlns:a16="http://schemas.microsoft.com/office/drawing/2014/main" id="{32E23C93-3A60-C646-A082-DEDFAB944BF4}"/>
              </a:ext>
            </a:extLst>
          </p:cNvPr>
          <p:cNvSpPr/>
          <p:nvPr userDrawn="1"/>
        </p:nvSpPr>
        <p:spPr>
          <a:xfrm>
            <a:off x="4098279" y="0"/>
            <a:ext cx="8110241" cy="54103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02" h="21375" extrusionOk="0">
                <a:moveTo>
                  <a:pt x="21202" y="20812"/>
                </a:moveTo>
                <a:cubicBezTo>
                  <a:pt x="20243" y="21600"/>
                  <a:pt x="18978" y="21485"/>
                  <a:pt x="17928" y="20933"/>
                </a:cubicBezTo>
                <a:cubicBezTo>
                  <a:pt x="16876" y="20376"/>
                  <a:pt x="15976" y="19437"/>
                  <a:pt x="15043" y="18595"/>
                </a:cubicBezTo>
                <a:cubicBezTo>
                  <a:pt x="14110" y="17747"/>
                  <a:pt x="13098" y="16964"/>
                  <a:pt x="11969" y="16798"/>
                </a:cubicBezTo>
                <a:cubicBezTo>
                  <a:pt x="10369" y="16563"/>
                  <a:pt x="8842" y="17591"/>
                  <a:pt x="7381" y="18479"/>
                </a:cubicBezTo>
                <a:cubicBezTo>
                  <a:pt x="5920" y="19367"/>
                  <a:pt x="4250" y="20150"/>
                  <a:pt x="2736" y="19427"/>
                </a:cubicBezTo>
                <a:cubicBezTo>
                  <a:pt x="2122" y="19131"/>
                  <a:pt x="1584" y="18605"/>
                  <a:pt x="1149" y="17967"/>
                </a:cubicBezTo>
                <a:cubicBezTo>
                  <a:pt x="-63" y="16181"/>
                  <a:pt x="-398" y="13371"/>
                  <a:pt x="542" y="11324"/>
                </a:cubicBezTo>
                <a:cubicBezTo>
                  <a:pt x="1979" y="8188"/>
                  <a:pt x="5565" y="7797"/>
                  <a:pt x="7142" y="4777"/>
                </a:cubicBezTo>
                <a:cubicBezTo>
                  <a:pt x="7942" y="3246"/>
                  <a:pt x="8144" y="1169"/>
                  <a:pt x="9243" y="0"/>
                </a:cubicBezTo>
                <a:lnTo>
                  <a:pt x="21202" y="0"/>
                </a:lnTo>
                <a:lnTo>
                  <a:pt x="21202" y="20812"/>
                </a:lnTo>
                <a:close/>
              </a:path>
            </a:pathLst>
          </a:custGeom>
          <a:solidFill>
            <a:srgbClr val="9FA3B3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</a:defRPr>
            </a:pP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">
            <a:extLst>
              <a:ext uri="{FF2B5EF4-FFF2-40B4-BE49-F238E27FC236}">
                <a16:creationId xmlns:a16="http://schemas.microsoft.com/office/drawing/2014/main" id="{A18ACD3F-5DD7-3A4F-BD41-4463DAD560FC}"/>
              </a:ext>
            </a:extLst>
          </p:cNvPr>
          <p:cNvSpPr/>
          <p:nvPr userDrawn="1"/>
        </p:nvSpPr>
        <p:spPr>
          <a:xfrm>
            <a:off x="4422176" y="0"/>
            <a:ext cx="7786344" cy="52917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02" h="21373" extrusionOk="0">
                <a:moveTo>
                  <a:pt x="21202" y="20810"/>
                </a:moveTo>
                <a:cubicBezTo>
                  <a:pt x="20241" y="21600"/>
                  <a:pt x="18978" y="21482"/>
                  <a:pt x="17927" y="20928"/>
                </a:cubicBezTo>
                <a:cubicBezTo>
                  <a:pt x="16876" y="20374"/>
                  <a:pt x="15973" y="19435"/>
                  <a:pt x="15043" y="18589"/>
                </a:cubicBezTo>
                <a:cubicBezTo>
                  <a:pt x="14113" y="17743"/>
                  <a:pt x="13096" y="16958"/>
                  <a:pt x="11969" y="16794"/>
                </a:cubicBezTo>
                <a:cubicBezTo>
                  <a:pt x="10367" y="16558"/>
                  <a:pt x="8842" y="17589"/>
                  <a:pt x="7380" y="18476"/>
                </a:cubicBezTo>
                <a:cubicBezTo>
                  <a:pt x="5920" y="19364"/>
                  <a:pt x="4246" y="20143"/>
                  <a:pt x="2735" y="19425"/>
                </a:cubicBezTo>
                <a:cubicBezTo>
                  <a:pt x="2120" y="19133"/>
                  <a:pt x="1580" y="18604"/>
                  <a:pt x="1148" y="17963"/>
                </a:cubicBezTo>
                <a:cubicBezTo>
                  <a:pt x="-63" y="16178"/>
                  <a:pt x="-398" y="13367"/>
                  <a:pt x="539" y="11321"/>
                </a:cubicBezTo>
                <a:cubicBezTo>
                  <a:pt x="1978" y="8181"/>
                  <a:pt x="5564" y="7797"/>
                  <a:pt x="7141" y="4775"/>
                </a:cubicBezTo>
                <a:cubicBezTo>
                  <a:pt x="7940" y="3247"/>
                  <a:pt x="8144" y="1164"/>
                  <a:pt x="9240" y="0"/>
                </a:cubicBezTo>
                <a:lnTo>
                  <a:pt x="21202" y="0"/>
                </a:lnTo>
                <a:lnTo>
                  <a:pt x="21202" y="20810"/>
                </a:lnTo>
                <a:close/>
              </a:path>
            </a:pathLst>
          </a:custGeom>
          <a:solidFill>
            <a:srgbClr val="002E44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</a:defRPr>
            </a:pP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">
            <a:extLst>
              <a:ext uri="{FF2B5EF4-FFF2-40B4-BE49-F238E27FC236}">
                <a16:creationId xmlns:a16="http://schemas.microsoft.com/office/drawing/2014/main" id="{799BF22E-409A-064A-87E7-D6563A9ACD94}"/>
              </a:ext>
            </a:extLst>
          </p:cNvPr>
          <p:cNvSpPr/>
          <p:nvPr userDrawn="1"/>
        </p:nvSpPr>
        <p:spPr>
          <a:xfrm>
            <a:off x="5933476" y="850901"/>
            <a:ext cx="5117539" cy="58058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14" h="21373" extrusionOk="0">
                <a:moveTo>
                  <a:pt x="20732" y="1768"/>
                </a:moveTo>
                <a:cubicBezTo>
                  <a:pt x="20320" y="1038"/>
                  <a:pt x="19454" y="515"/>
                  <a:pt x="18489" y="253"/>
                </a:cubicBezTo>
                <a:cubicBezTo>
                  <a:pt x="17525" y="-9"/>
                  <a:pt x="16466" y="-37"/>
                  <a:pt x="15428" y="33"/>
                </a:cubicBezTo>
                <a:cubicBezTo>
                  <a:pt x="9681" y="417"/>
                  <a:pt x="4367" y="3829"/>
                  <a:pt x="1734" y="7794"/>
                </a:cubicBezTo>
                <a:cubicBezTo>
                  <a:pt x="237" y="10052"/>
                  <a:pt x="-399" y="12671"/>
                  <a:pt x="258" y="15092"/>
                </a:cubicBezTo>
                <a:cubicBezTo>
                  <a:pt x="915" y="17514"/>
                  <a:pt x="2933" y="19698"/>
                  <a:pt x="5801" y="20712"/>
                </a:cubicBezTo>
                <a:cubicBezTo>
                  <a:pt x="8122" y="21535"/>
                  <a:pt x="10881" y="21563"/>
                  <a:pt x="13379" y="20946"/>
                </a:cubicBezTo>
                <a:cubicBezTo>
                  <a:pt x="16017" y="20291"/>
                  <a:pt x="18541" y="18762"/>
                  <a:pt x="19204" y="16668"/>
                </a:cubicBezTo>
                <a:cubicBezTo>
                  <a:pt x="19840" y="14658"/>
                  <a:pt x="18672" y="12647"/>
                  <a:pt x="18494" y="10604"/>
                </a:cubicBezTo>
                <a:cubicBezTo>
                  <a:pt x="18390" y="9421"/>
                  <a:pt x="18625" y="8210"/>
                  <a:pt x="19172" y="7084"/>
                </a:cubicBezTo>
                <a:cubicBezTo>
                  <a:pt x="19600" y="6205"/>
                  <a:pt x="20221" y="5377"/>
                  <a:pt x="20622" y="4493"/>
                </a:cubicBezTo>
                <a:cubicBezTo>
                  <a:pt x="21029" y="3605"/>
                  <a:pt x="21201" y="2609"/>
                  <a:pt x="20732" y="1768"/>
                </a:cubicBezTo>
                <a:close/>
              </a:path>
            </a:pathLst>
          </a:custGeom>
          <a:solidFill>
            <a:srgbClr val="002E44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</a:defRPr>
            </a:pP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">
            <a:extLst>
              <a:ext uri="{FF2B5EF4-FFF2-40B4-BE49-F238E27FC236}">
                <a16:creationId xmlns:a16="http://schemas.microsoft.com/office/drawing/2014/main" id="{20736F0F-9F62-5044-A7E9-893FE07E324F}"/>
              </a:ext>
            </a:extLst>
          </p:cNvPr>
          <p:cNvSpPr/>
          <p:nvPr userDrawn="1"/>
        </p:nvSpPr>
        <p:spPr>
          <a:xfrm>
            <a:off x="5857276" y="1016000"/>
            <a:ext cx="5314124" cy="55285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57" h="21187" extrusionOk="0">
                <a:moveTo>
                  <a:pt x="21013" y="2321"/>
                </a:moveTo>
                <a:cubicBezTo>
                  <a:pt x="20720" y="1538"/>
                  <a:pt x="19967" y="920"/>
                  <a:pt x="19092" y="550"/>
                </a:cubicBezTo>
                <a:cubicBezTo>
                  <a:pt x="18217" y="185"/>
                  <a:pt x="17221" y="48"/>
                  <a:pt x="16240" y="10"/>
                </a:cubicBezTo>
                <a:cubicBezTo>
                  <a:pt x="10785" y="-190"/>
                  <a:pt x="5349" y="2735"/>
                  <a:pt x="2371" y="6492"/>
                </a:cubicBezTo>
                <a:cubicBezTo>
                  <a:pt x="677" y="8629"/>
                  <a:pt x="-253" y="11228"/>
                  <a:pt x="60" y="13754"/>
                </a:cubicBezTo>
                <a:cubicBezTo>
                  <a:pt x="374" y="16280"/>
                  <a:pt x="2002" y="18704"/>
                  <a:pt x="4576" y="20028"/>
                </a:cubicBezTo>
                <a:cubicBezTo>
                  <a:pt x="6659" y="21099"/>
                  <a:pt x="9248" y="21410"/>
                  <a:pt x="11680" y="21035"/>
                </a:cubicBezTo>
                <a:cubicBezTo>
                  <a:pt x="14248" y="20641"/>
                  <a:pt x="16817" y="19346"/>
                  <a:pt x="17701" y="17283"/>
                </a:cubicBezTo>
                <a:cubicBezTo>
                  <a:pt x="18551" y="15307"/>
                  <a:pt x="17707" y="13146"/>
                  <a:pt x="17793" y="11053"/>
                </a:cubicBezTo>
                <a:cubicBezTo>
                  <a:pt x="17843" y="9841"/>
                  <a:pt x="18212" y="8639"/>
                  <a:pt x="18875" y="7549"/>
                </a:cubicBezTo>
                <a:cubicBezTo>
                  <a:pt x="19390" y="6697"/>
                  <a:pt x="20073" y="5923"/>
                  <a:pt x="20568" y="5066"/>
                </a:cubicBezTo>
                <a:cubicBezTo>
                  <a:pt x="21059" y="4215"/>
                  <a:pt x="21347" y="3217"/>
                  <a:pt x="21013" y="2321"/>
                </a:cubicBezTo>
                <a:close/>
              </a:path>
            </a:pathLst>
          </a:custGeom>
          <a:solidFill>
            <a:srgbClr val="EBEAF0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</a:defRPr>
            </a:pP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0883489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340"/>
          <p:cNvSpPr txBox="1"/>
          <p:nvPr/>
        </p:nvSpPr>
        <p:spPr>
          <a:xfrm>
            <a:off x="4320462" y="6408739"/>
            <a:ext cx="3431899" cy="304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Private and Confidential</a:t>
            </a:r>
            <a:endParaRPr/>
          </a:p>
        </p:txBody>
      </p:sp>
      <p:sp>
        <p:nvSpPr>
          <p:cNvPr id="816" name="Google Shape;816;p340"/>
          <p:cNvSpPr txBox="1"/>
          <p:nvPr/>
        </p:nvSpPr>
        <p:spPr>
          <a:xfrm>
            <a:off x="10849294" y="6408739"/>
            <a:ext cx="1067078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340"/>
          <p:cNvSpPr/>
          <p:nvPr/>
        </p:nvSpPr>
        <p:spPr>
          <a:xfrm flipH="1">
            <a:off x="1588" y="627903"/>
            <a:ext cx="560419" cy="270354"/>
          </a:xfrm>
          <a:custGeom>
            <a:avLst/>
            <a:gdLst/>
            <a:ahLst/>
            <a:cxnLst/>
            <a:rect l="l" t="t" r="r" b="b"/>
            <a:pathLst>
              <a:path w="16161399" h="3987559" extrusionOk="0">
                <a:moveTo>
                  <a:pt x="2409708" y="0"/>
                </a:moveTo>
                <a:lnTo>
                  <a:pt x="16161399" y="0"/>
                </a:lnTo>
                <a:lnTo>
                  <a:pt x="16161399" y="3987559"/>
                </a:lnTo>
                <a:lnTo>
                  <a:pt x="0" y="3960361"/>
                </a:lnTo>
                <a:lnTo>
                  <a:pt x="2409708" y="0"/>
                </a:lnTo>
                <a:close/>
              </a:path>
            </a:pathLst>
          </a:custGeom>
          <a:solidFill>
            <a:srgbClr val="19A7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340"/>
          <p:cNvSpPr txBox="1">
            <a:spLocks noGrp="1"/>
          </p:cNvSpPr>
          <p:nvPr>
            <p:ph type="title"/>
          </p:nvPr>
        </p:nvSpPr>
        <p:spPr>
          <a:xfrm>
            <a:off x="655321" y="495335"/>
            <a:ext cx="10515600" cy="640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3F4F"/>
              </a:buClr>
              <a:buSzPts val="2800"/>
              <a:buFont typeface="Arial"/>
              <a:buNone/>
              <a:defRPr sz="2800" b="0" i="0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48061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slideLayout" Target="../slideLayouts/slideLayout36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tags" Target="../tags/tag1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3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1.xml"/><Relationship Id="rId18" Type="http://schemas.openxmlformats.org/officeDocument/2006/relationships/slideLayout" Target="../slideLayouts/slideLayout66.xml"/><Relationship Id="rId26" Type="http://schemas.openxmlformats.org/officeDocument/2006/relationships/slideLayout" Target="../slideLayouts/slideLayout74.xml"/><Relationship Id="rId21" Type="http://schemas.openxmlformats.org/officeDocument/2006/relationships/slideLayout" Target="../slideLayouts/slideLayout69.xml"/><Relationship Id="rId34" Type="http://schemas.openxmlformats.org/officeDocument/2006/relationships/slideLayout" Target="../slideLayouts/slideLayout82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17" Type="http://schemas.openxmlformats.org/officeDocument/2006/relationships/slideLayout" Target="../slideLayouts/slideLayout65.xml"/><Relationship Id="rId25" Type="http://schemas.openxmlformats.org/officeDocument/2006/relationships/slideLayout" Target="../slideLayouts/slideLayout73.xml"/><Relationship Id="rId33" Type="http://schemas.openxmlformats.org/officeDocument/2006/relationships/slideLayout" Target="../slideLayouts/slideLayout81.xml"/><Relationship Id="rId2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64.xml"/><Relationship Id="rId20" Type="http://schemas.openxmlformats.org/officeDocument/2006/relationships/slideLayout" Target="../slideLayouts/slideLayout68.xml"/><Relationship Id="rId29" Type="http://schemas.openxmlformats.org/officeDocument/2006/relationships/slideLayout" Target="../slideLayouts/slideLayout77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24" Type="http://schemas.openxmlformats.org/officeDocument/2006/relationships/slideLayout" Target="../slideLayouts/slideLayout72.xml"/><Relationship Id="rId32" Type="http://schemas.openxmlformats.org/officeDocument/2006/relationships/slideLayout" Target="../slideLayouts/slideLayout80.xml"/><Relationship Id="rId37" Type="http://schemas.openxmlformats.org/officeDocument/2006/relationships/theme" Target="../theme/theme4.xml"/><Relationship Id="rId5" Type="http://schemas.openxmlformats.org/officeDocument/2006/relationships/slideLayout" Target="../slideLayouts/slideLayout53.xml"/><Relationship Id="rId15" Type="http://schemas.openxmlformats.org/officeDocument/2006/relationships/slideLayout" Target="../slideLayouts/slideLayout63.xml"/><Relationship Id="rId23" Type="http://schemas.openxmlformats.org/officeDocument/2006/relationships/slideLayout" Target="../slideLayouts/slideLayout71.xml"/><Relationship Id="rId28" Type="http://schemas.openxmlformats.org/officeDocument/2006/relationships/slideLayout" Target="../slideLayouts/slideLayout76.xml"/><Relationship Id="rId36" Type="http://schemas.openxmlformats.org/officeDocument/2006/relationships/slideLayout" Target="../slideLayouts/slideLayout84.xml"/><Relationship Id="rId10" Type="http://schemas.openxmlformats.org/officeDocument/2006/relationships/slideLayout" Target="../slideLayouts/slideLayout58.xml"/><Relationship Id="rId19" Type="http://schemas.openxmlformats.org/officeDocument/2006/relationships/slideLayout" Target="../slideLayouts/slideLayout67.xml"/><Relationship Id="rId31" Type="http://schemas.openxmlformats.org/officeDocument/2006/relationships/slideLayout" Target="../slideLayouts/slideLayout79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70.xml"/><Relationship Id="rId27" Type="http://schemas.openxmlformats.org/officeDocument/2006/relationships/slideLayout" Target="../slideLayouts/slideLayout75.xml"/><Relationship Id="rId30" Type="http://schemas.openxmlformats.org/officeDocument/2006/relationships/slideLayout" Target="../slideLayouts/slideLayout78.xml"/><Relationship Id="rId35" Type="http://schemas.openxmlformats.org/officeDocument/2006/relationships/slideLayout" Target="../slideLayouts/slideLayout83.xml"/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1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10EC9C-7AA6-034B-8A74-39E46AF9908C}"/>
              </a:ext>
            </a:extLst>
          </p:cNvPr>
          <p:cNvSpPr txBox="1"/>
          <p:nvPr userDrawn="1"/>
        </p:nvSpPr>
        <p:spPr>
          <a:xfrm>
            <a:off x="11829114" y="305271"/>
            <a:ext cx="304726" cy="400091"/>
          </a:xfrm>
          <a:prstGeom prst="rect">
            <a:avLst/>
          </a:prstGeom>
          <a:noFill/>
        </p:spPr>
        <p:txBody>
          <a:bodyPr wrap="square" lIns="91422" tIns="45711" rIns="91422" bIns="45711" rtlCol="0">
            <a:spAutoFit/>
          </a:bodyPr>
          <a:lstStyle/>
          <a:p>
            <a:pPr algn="ctr"/>
            <a:fld id="{260E2A6B-A809-4840-BF14-8648BC0BDF87}" type="slidenum">
              <a:rPr lang="id-ID" sz="1000" b="0" i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Montserrat" charset="0"/>
              </a:rPr>
              <a:pPr algn="ctr"/>
              <a:t>‹#›</a:t>
            </a:fld>
            <a:r>
              <a:rPr lang="id-ID" sz="1000" b="1" i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  </a:t>
            </a:r>
            <a:endParaRPr lang="id-ID" sz="1000" b="1" i="0" dirty="0">
              <a:solidFill>
                <a:schemeClr val="bg1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1581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4053" r:id="rId33"/>
  </p:sldLayoutIdLst>
  <p:hf hdr="0" ftr="0" dt="0"/>
  <p:txStyles>
    <p:titleStyle>
      <a:lvl1pPr algn="l" defTabSz="914172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17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6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2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7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972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57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143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29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6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2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7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29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14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600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86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85914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10EC9C-7AA6-034B-8A74-39E46AF9908C}"/>
              </a:ext>
            </a:extLst>
          </p:cNvPr>
          <p:cNvSpPr txBox="1"/>
          <p:nvPr/>
        </p:nvSpPr>
        <p:spPr>
          <a:xfrm>
            <a:off x="11829114" y="305271"/>
            <a:ext cx="304726" cy="400067"/>
          </a:xfrm>
          <a:prstGeom prst="rect">
            <a:avLst/>
          </a:prstGeom>
          <a:noFill/>
        </p:spPr>
        <p:txBody>
          <a:bodyPr wrap="square" lIns="91398" tIns="45699" rIns="91398" bIns="45699" rtlCol="0">
            <a:spAutoFit/>
          </a:bodyPr>
          <a:lstStyle/>
          <a:p>
            <a:pPr algn="ctr"/>
            <a:fld id="{260E2A6B-A809-4840-BF14-8648BC0BDF87}" type="slidenum">
              <a:rPr lang="id-ID" sz="1000" b="0" i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Montserrat" charset="0"/>
              </a:rPr>
              <a:pPr algn="ctr"/>
              <a:t>‹#›</a:t>
            </a:fld>
            <a:r>
              <a:rPr lang="id-ID" sz="1000" b="1" i="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  </a:t>
            </a:r>
          </a:p>
        </p:txBody>
      </p:sp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3F4ACC8-C0E2-485E-A2B6-BCAA8B6E70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2289215902"/>
              </p:ext>
            </p:extLst>
          </p:nvPr>
        </p:nvGraphicFramePr>
        <p:xfrm>
          <a:off x="794" y="794"/>
          <a:ext cx="794" cy="7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421" imgH="423" progId="TCLayout.ActiveDocument.1">
                  <p:embed/>
                </p:oleObj>
              </mc:Choice>
              <mc:Fallback>
                <p:oleObj name="think-cell Slide" r:id="rId7" imgW="421" imgH="423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3F4ACC8-C0E2-485E-A2B6-BCAA8B6E70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94" y="794"/>
                        <a:ext cx="794" cy="7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3DF36AA-73DA-41F8-A505-6097A27A78E1}"/>
              </a:ext>
            </a:extLst>
          </p:cNvPr>
          <p:cNvSpPr txBox="1"/>
          <p:nvPr userDrawn="1"/>
        </p:nvSpPr>
        <p:spPr>
          <a:xfrm>
            <a:off x="11829114" y="305271"/>
            <a:ext cx="304726" cy="400091"/>
          </a:xfrm>
          <a:prstGeom prst="rect">
            <a:avLst/>
          </a:prstGeom>
          <a:noFill/>
        </p:spPr>
        <p:txBody>
          <a:bodyPr wrap="square" lIns="91422" tIns="45711" rIns="91422" bIns="45711" rtlCol="0">
            <a:spAutoFit/>
          </a:bodyPr>
          <a:lstStyle/>
          <a:p>
            <a:pPr algn="ctr"/>
            <a:fld id="{260E2A6B-A809-4840-BF14-8648BC0BDF87}" type="slidenum">
              <a:rPr lang="id-ID" sz="1000" b="0" i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Montserrat" charset="0"/>
              </a:rPr>
              <a:pPr algn="ctr"/>
              <a:t>‹#›</a:t>
            </a:fld>
            <a:r>
              <a:rPr lang="id-ID" sz="1000" b="1" i="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046066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8" r:id="rId1"/>
    <p:sldLayoutId id="2147484049" r:id="rId2"/>
    <p:sldLayoutId id="2147484050" r:id="rId3"/>
    <p:sldLayoutId id="2147484051" r:id="rId4"/>
  </p:sldLayoutIdLst>
  <p:hf hdr="0" ftr="0" dt="0"/>
  <p:txStyles>
    <p:titleStyle>
      <a:lvl1pPr algn="l" defTabSz="913944" rtl="0" eaLnBrk="1" latinLnBrk="0" hangingPunct="1">
        <a:lnSpc>
          <a:spcPct val="90000"/>
        </a:lnSpc>
        <a:spcBef>
          <a:spcPct val="0"/>
        </a:spcBef>
        <a:buNone/>
        <a:defRPr sz="439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394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972" indent="0" algn="l" defTabSz="91394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3944" indent="0" algn="l" defTabSz="91394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14" indent="0" algn="l" defTabSz="91394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886" indent="0" algn="l" defTabSz="91394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344" indent="-228486" algn="l" defTabSz="91394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314" indent="-228486" algn="l" defTabSz="91394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286" indent="-228486" algn="l" defTabSz="91394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258" indent="-228486" algn="l" defTabSz="91394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9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972" algn="l" defTabSz="9139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944" algn="l" defTabSz="9139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14" algn="l" defTabSz="9139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886" algn="l" defTabSz="9139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858" algn="l" defTabSz="9139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829" algn="l" defTabSz="9139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800" algn="l" defTabSz="9139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5772" algn="l" defTabSz="9139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349C67-C13B-47E7-8EA5-874659417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71D17C-ECCC-4C01-BE33-F4B12AAEAD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61CE3E-03FB-4699-87C5-9DB8046C06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94B315-E7AE-4D92-AA27-ED85AD1E5FC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2AADB6-28C8-4277-BD0E-59F72568C6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19DC90-1413-4A00-8CFF-2D1008FCF5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3799CE-2E71-4432-974E-265C6399E03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5700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5" r:id="rId1"/>
    <p:sldLayoutId id="2147484056" r:id="rId2"/>
    <p:sldLayoutId id="2147484057" r:id="rId3"/>
    <p:sldLayoutId id="2147484058" r:id="rId4"/>
    <p:sldLayoutId id="2147484059" r:id="rId5"/>
    <p:sldLayoutId id="2147484060" r:id="rId6"/>
    <p:sldLayoutId id="2147484061" r:id="rId7"/>
    <p:sldLayoutId id="2147484062" r:id="rId8"/>
    <p:sldLayoutId id="2147484063" r:id="rId9"/>
    <p:sldLayoutId id="2147484064" r:id="rId10"/>
    <p:sldLayoutId id="214748406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160"/>
          <p:cNvSpPr txBox="1">
            <a:spLocks noGrp="1"/>
          </p:cNvSpPr>
          <p:nvPr>
            <p:ph type="title"/>
          </p:nvPr>
        </p:nvSpPr>
        <p:spPr>
          <a:xfrm>
            <a:off x="838201" y="36512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99"/>
              <a:buFont typeface="Arial"/>
              <a:buNone/>
              <a:defRPr sz="4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0" name="Google Shape;670;p160"/>
          <p:cNvSpPr txBox="1"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1" name="Google Shape;671;p16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2" name="Google Shape;672;p160"/>
          <p:cNvSpPr txBox="1">
            <a:spLocks noGrp="1"/>
          </p:cNvSpPr>
          <p:nvPr>
            <p:ph type="ftr" idx="11"/>
          </p:nvPr>
        </p:nvSpPr>
        <p:spPr>
          <a:xfrm>
            <a:off x="4038601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3" name="Google Shape;673;p16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4" name="Google Shape;674;p160"/>
          <p:cNvSpPr txBox="1"/>
          <p:nvPr/>
        </p:nvSpPr>
        <p:spPr>
          <a:xfrm>
            <a:off x="11829114" y="305271"/>
            <a:ext cx="304726" cy="400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r>
              <a:rPr lang="en-US" sz="1000" b="1" i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4541817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4114" r:id="rId1"/>
    <p:sldLayoutId id="2147484115" r:id="rId2"/>
    <p:sldLayoutId id="2147484116" r:id="rId3"/>
    <p:sldLayoutId id="2147484117" r:id="rId4"/>
    <p:sldLayoutId id="2147484118" r:id="rId5"/>
    <p:sldLayoutId id="2147484119" r:id="rId6"/>
    <p:sldLayoutId id="2147484120" r:id="rId7"/>
    <p:sldLayoutId id="2147484121" r:id="rId8"/>
    <p:sldLayoutId id="2147484122" r:id="rId9"/>
    <p:sldLayoutId id="2147484123" r:id="rId10"/>
    <p:sldLayoutId id="2147484124" r:id="rId11"/>
    <p:sldLayoutId id="2147484125" r:id="rId12"/>
    <p:sldLayoutId id="2147484126" r:id="rId13"/>
    <p:sldLayoutId id="2147484127" r:id="rId14"/>
    <p:sldLayoutId id="2147484128" r:id="rId15"/>
    <p:sldLayoutId id="2147484129" r:id="rId16"/>
    <p:sldLayoutId id="2147484130" r:id="rId17"/>
    <p:sldLayoutId id="2147484131" r:id="rId18"/>
    <p:sldLayoutId id="2147484132" r:id="rId19"/>
    <p:sldLayoutId id="2147484133" r:id="rId20"/>
    <p:sldLayoutId id="2147484134" r:id="rId21"/>
    <p:sldLayoutId id="2147484135" r:id="rId22"/>
    <p:sldLayoutId id="2147484136" r:id="rId23"/>
    <p:sldLayoutId id="2147484137" r:id="rId24"/>
    <p:sldLayoutId id="2147484138" r:id="rId25"/>
    <p:sldLayoutId id="2147484139" r:id="rId26"/>
    <p:sldLayoutId id="2147484140" r:id="rId27"/>
    <p:sldLayoutId id="2147484141" r:id="rId28"/>
    <p:sldLayoutId id="2147484142" r:id="rId29"/>
    <p:sldLayoutId id="2147484143" r:id="rId30"/>
    <p:sldLayoutId id="2147484144" r:id="rId31"/>
    <p:sldLayoutId id="2147484145" r:id="rId32"/>
    <p:sldLayoutId id="2147484146" r:id="rId33"/>
    <p:sldLayoutId id="2147484147" r:id="rId34"/>
    <p:sldLayoutId id="2147484148" r:id="rId35"/>
    <p:sldLayoutId id="2147484149" r:id="rId3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9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Business Brainstorming Graph Chart Report Data Concept">
            <a:extLst>
              <a:ext uri="{FF2B5EF4-FFF2-40B4-BE49-F238E27FC236}">
                <a16:creationId xmlns:a16="http://schemas.microsoft.com/office/drawing/2014/main" id="{D92874AB-8A55-4F82-BB41-B07EAF9A89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2" y="1"/>
            <a:ext cx="12192001" cy="6866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3086DB6-249C-4AEB-B23B-4C41A2B00046}"/>
              </a:ext>
            </a:extLst>
          </p:cNvPr>
          <p:cNvSpPr/>
          <p:nvPr/>
        </p:nvSpPr>
        <p:spPr>
          <a:xfrm>
            <a:off x="-2" y="-20576"/>
            <a:ext cx="12191998" cy="6866214"/>
          </a:xfrm>
          <a:prstGeom prst="rect">
            <a:avLst/>
          </a:prstGeom>
          <a:gradFill flip="none" rotWithShape="1">
            <a:gsLst>
              <a:gs pos="30000">
                <a:schemeClr val="bg2">
                  <a:lumMod val="25000"/>
                  <a:alpha val="87000"/>
                </a:schemeClr>
              </a:gs>
              <a:gs pos="7000">
                <a:schemeClr val="accent5">
                  <a:lumMod val="50000"/>
                  <a:alpha val="71000"/>
                </a:schemeClr>
              </a:gs>
              <a:gs pos="74000">
                <a:schemeClr val="tx2">
                  <a:lumMod val="50000"/>
                  <a:alpha val="76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3EA63F-5F9A-4496-340B-44DBF7C1053B}"/>
              </a:ext>
            </a:extLst>
          </p:cNvPr>
          <p:cNvSpPr txBox="1"/>
          <p:nvPr/>
        </p:nvSpPr>
        <p:spPr>
          <a:xfrm>
            <a:off x="768341" y="4890920"/>
            <a:ext cx="117975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9"/>
              </a:spcBef>
              <a:spcAft>
                <a:spcPts val="19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300" normalizeH="0" baseline="0" noProof="0" dirty="0" err="1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DevSecOps</a:t>
            </a:r>
            <a:r>
              <a:rPr kumimoji="0" lang="en-US" sz="1600" b="0" i="0" u="none" strike="noStrike" kern="1200" cap="none" spc="30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 | For CSC Global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E82531-20EC-4429-A31B-BE6C5B165AB4}"/>
              </a:ext>
            </a:extLst>
          </p:cNvPr>
          <p:cNvSpPr txBox="1"/>
          <p:nvPr/>
        </p:nvSpPr>
        <p:spPr>
          <a:xfrm>
            <a:off x="768341" y="4037152"/>
            <a:ext cx="72357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PROPOSAL</a:t>
            </a:r>
            <a:endParaRPr kumimoji="0" lang="en-US" sz="4000" b="1" i="0" u="none" strike="noStrike" kern="0" cap="none" spc="3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Round Same-side Corner of Rectangle 8">
            <a:extLst>
              <a:ext uri="{FF2B5EF4-FFF2-40B4-BE49-F238E27FC236}">
                <a16:creationId xmlns:a16="http://schemas.microsoft.com/office/drawing/2014/main" id="{E6D0373D-36FD-46ED-BDE5-FF66457136E2}"/>
              </a:ext>
            </a:extLst>
          </p:cNvPr>
          <p:cNvSpPr/>
          <p:nvPr/>
        </p:nvSpPr>
        <p:spPr>
          <a:xfrm flipV="1">
            <a:off x="11040533" y="-20576"/>
            <a:ext cx="462844" cy="869244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12" name="Google Shape;830;p1">
            <a:extLst>
              <a:ext uri="{FF2B5EF4-FFF2-40B4-BE49-F238E27FC236}">
                <a16:creationId xmlns:a16="http://schemas.microsoft.com/office/drawing/2014/main" id="{92DD3900-9F67-4D86-8614-44FE54B43EF9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8341" y="3226914"/>
            <a:ext cx="2507744" cy="790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82171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350" name="Rectangle 14349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342" name="Picture 6" descr="Free photo medium shot woman working on laptop">
            <a:extLst>
              <a:ext uri="{FF2B5EF4-FFF2-40B4-BE49-F238E27FC236}">
                <a16:creationId xmlns:a16="http://schemas.microsoft.com/office/drawing/2014/main" id="{9DC6B03B-77FC-D19C-0B89-83B32248AB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523488" y="10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352" name="Rectangle 14351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3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39E87A-2CAF-CD41-98DC-4526D06794F9}"/>
              </a:ext>
            </a:extLst>
          </p:cNvPr>
          <p:cNvSpPr txBox="1"/>
          <p:nvPr/>
        </p:nvSpPr>
        <p:spPr>
          <a:xfrm>
            <a:off x="513204" y="3430697"/>
            <a:ext cx="7899275" cy="99513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IN" sz="3200" b="1" dirty="0" err="1"/>
              <a:t>DevSecOps</a:t>
            </a:r>
            <a:endParaRPr lang="en-IN" sz="3200" b="1" dirty="0"/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b="1" i="1" dirty="0">
                <a:latin typeface="+mj-lt"/>
                <a:ea typeface="+mj-ea"/>
                <a:cs typeface="+mj-cs"/>
              </a:rPr>
              <a:t>Duration</a:t>
            </a:r>
            <a:r>
              <a:rPr lang="en-US" i="1" dirty="0">
                <a:latin typeface="+mj-lt"/>
                <a:ea typeface="+mj-ea"/>
                <a:cs typeface="+mj-cs"/>
              </a:rPr>
              <a:t>: 24 Hours (3 days)</a:t>
            </a:r>
          </a:p>
        </p:txBody>
      </p:sp>
      <p:sp>
        <p:nvSpPr>
          <p:cNvPr id="14354" name="Rectangle 1435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356" name="Rectangle 1435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8D153262-0D22-EE4B-8422-E83531E442C3}"/>
              </a:ext>
            </a:extLst>
          </p:cNvPr>
          <p:cNvSpPr/>
          <p:nvPr/>
        </p:nvSpPr>
        <p:spPr>
          <a:xfrm flipH="1">
            <a:off x="-1" y="516581"/>
            <a:ext cx="1394900" cy="255407"/>
          </a:xfrm>
          <a:custGeom>
            <a:avLst/>
            <a:gdLst>
              <a:gd name="connsiteX0" fmla="*/ 0 w 14981402"/>
              <a:gd name="connsiteY0" fmla="*/ 0 h 3987559"/>
              <a:gd name="connsiteX1" fmla="*/ 14981402 w 14981402"/>
              <a:gd name="connsiteY1" fmla="*/ 0 h 3987559"/>
              <a:gd name="connsiteX2" fmla="*/ 14981402 w 14981402"/>
              <a:gd name="connsiteY2" fmla="*/ 3987559 h 3987559"/>
              <a:gd name="connsiteX3" fmla="*/ 0 w 14981402"/>
              <a:gd name="connsiteY3" fmla="*/ 3987559 h 3987559"/>
              <a:gd name="connsiteX4" fmla="*/ 0 w 14981402"/>
              <a:gd name="connsiteY4" fmla="*/ 0 h 3987559"/>
              <a:gd name="connsiteX0" fmla="*/ 1261242 w 14981402"/>
              <a:gd name="connsiteY0" fmla="*/ 0 h 3987559"/>
              <a:gd name="connsiteX1" fmla="*/ 14981402 w 14981402"/>
              <a:gd name="connsiteY1" fmla="*/ 0 h 3987559"/>
              <a:gd name="connsiteX2" fmla="*/ 14981402 w 14981402"/>
              <a:gd name="connsiteY2" fmla="*/ 3987559 h 3987559"/>
              <a:gd name="connsiteX3" fmla="*/ 0 w 14981402"/>
              <a:gd name="connsiteY3" fmla="*/ 3987559 h 3987559"/>
              <a:gd name="connsiteX4" fmla="*/ 1261242 w 14981402"/>
              <a:gd name="connsiteY4" fmla="*/ 0 h 3987559"/>
              <a:gd name="connsiteX0" fmla="*/ 1229711 w 14981402"/>
              <a:gd name="connsiteY0" fmla="*/ 0 h 3987559"/>
              <a:gd name="connsiteX1" fmla="*/ 14981402 w 14981402"/>
              <a:gd name="connsiteY1" fmla="*/ 0 h 3987559"/>
              <a:gd name="connsiteX2" fmla="*/ 14981402 w 14981402"/>
              <a:gd name="connsiteY2" fmla="*/ 3987559 h 3987559"/>
              <a:gd name="connsiteX3" fmla="*/ 0 w 14981402"/>
              <a:gd name="connsiteY3" fmla="*/ 3987559 h 3987559"/>
              <a:gd name="connsiteX4" fmla="*/ 1229711 w 14981402"/>
              <a:gd name="connsiteY4" fmla="*/ 0 h 3987559"/>
              <a:gd name="connsiteX0" fmla="*/ 2516033 w 16267724"/>
              <a:gd name="connsiteY0" fmla="*/ 0 h 3987559"/>
              <a:gd name="connsiteX1" fmla="*/ 16267724 w 16267724"/>
              <a:gd name="connsiteY1" fmla="*/ 0 h 3987559"/>
              <a:gd name="connsiteX2" fmla="*/ 16267724 w 16267724"/>
              <a:gd name="connsiteY2" fmla="*/ 3987559 h 3987559"/>
              <a:gd name="connsiteX3" fmla="*/ 0 w 16267724"/>
              <a:gd name="connsiteY3" fmla="*/ 3987559 h 3987559"/>
              <a:gd name="connsiteX4" fmla="*/ 2516033 w 16267724"/>
              <a:gd name="connsiteY4" fmla="*/ 0 h 3987559"/>
              <a:gd name="connsiteX0" fmla="*/ -1 w 13751690"/>
              <a:gd name="connsiteY0" fmla="*/ 0 h 3987559"/>
              <a:gd name="connsiteX1" fmla="*/ 13751690 w 13751690"/>
              <a:gd name="connsiteY1" fmla="*/ 0 h 3987559"/>
              <a:gd name="connsiteX2" fmla="*/ 13751690 w 13751690"/>
              <a:gd name="connsiteY2" fmla="*/ 3987559 h 3987559"/>
              <a:gd name="connsiteX3" fmla="*/ 354838 w 13751690"/>
              <a:gd name="connsiteY3" fmla="*/ 3226202 h 3987559"/>
              <a:gd name="connsiteX4" fmla="*/ -1 w 13751690"/>
              <a:gd name="connsiteY4" fmla="*/ 0 h 3987559"/>
              <a:gd name="connsiteX0" fmla="*/ 2409708 w 16161399"/>
              <a:gd name="connsiteY0" fmla="*/ 0 h 3987559"/>
              <a:gd name="connsiteX1" fmla="*/ 16161399 w 16161399"/>
              <a:gd name="connsiteY1" fmla="*/ 0 h 3987559"/>
              <a:gd name="connsiteX2" fmla="*/ 16161399 w 16161399"/>
              <a:gd name="connsiteY2" fmla="*/ 3987559 h 3987559"/>
              <a:gd name="connsiteX3" fmla="*/ 0 w 16161399"/>
              <a:gd name="connsiteY3" fmla="*/ 3960361 h 3987559"/>
              <a:gd name="connsiteX4" fmla="*/ 2409708 w 16161399"/>
              <a:gd name="connsiteY4" fmla="*/ 0 h 3987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61399" h="3987559">
                <a:moveTo>
                  <a:pt x="2409708" y="0"/>
                </a:moveTo>
                <a:lnTo>
                  <a:pt x="16161399" y="0"/>
                </a:lnTo>
                <a:lnTo>
                  <a:pt x="16161399" y="3987559"/>
                </a:lnTo>
                <a:lnTo>
                  <a:pt x="0" y="3960361"/>
                </a:lnTo>
                <a:lnTo>
                  <a:pt x="2409708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17"/>
            <a:endParaRPr lang="en-US">
              <a:solidFill>
                <a:srgbClr val="FFFFFF"/>
              </a:solidFill>
            </a:endParaRPr>
          </a:p>
        </p:txBody>
      </p:sp>
      <p:pic>
        <p:nvPicPr>
          <p:cNvPr id="11" name="Google Shape;172;p129">
            <a:extLst>
              <a:ext uri="{FF2B5EF4-FFF2-40B4-BE49-F238E27FC236}">
                <a16:creationId xmlns:a16="http://schemas.microsoft.com/office/drawing/2014/main" id="{AF25544F-DDCD-F940-FF6F-BF1C30202AC3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biLevel thresh="25000"/>
          </a:blip>
          <a:srcRect/>
          <a:stretch/>
        </p:blipFill>
        <p:spPr>
          <a:xfrm>
            <a:off x="400979" y="4556064"/>
            <a:ext cx="3736038" cy="11281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151006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9577486-1239-4430-B619-1ABAE2A139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5930181"/>
              </p:ext>
            </p:extLst>
          </p:nvPr>
        </p:nvGraphicFramePr>
        <p:xfrm>
          <a:off x="493748" y="828784"/>
          <a:ext cx="11393451" cy="5124414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7073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2950">
                  <a:extLst>
                    <a:ext uri="{9D8B030D-6E8A-4147-A177-3AD203B41FA5}">
                      <a16:colId xmlns:a16="http://schemas.microsoft.com/office/drawing/2014/main" val="534143256"/>
                    </a:ext>
                  </a:extLst>
                </a:gridCol>
                <a:gridCol w="7353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0814">
                <a:tc>
                  <a:txBody>
                    <a:bodyPr/>
                    <a:lstStyle/>
                    <a:p>
                      <a:pPr algn="l"/>
                      <a:r>
                        <a:rPr lang="en-US" sz="14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Sr No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Module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Content</a:t>
                      </a:r>
                      <a:endParaRPr lang="en-US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958">
                <a:tc gridSpan="3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Day 1: Core Concepts &amp; Secure Code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Day 1: Core Concepts &amp; Secure Code</a:t>
                      </a:r>
                      <a:endParaRPr lang="en-US" sz="1200" b="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200" b="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7416603"/>
                  </a:ext>
                </a:extLst>
              </a:tr>
              <a:tr h="292958">
                <a:tc>
                  <a:txBody>
                    <a:bodyPr/>
                    <a:lstStyle/>
                    <a:p>
                      <a:r>
                        <a:rPr lang="en-US" sz="1200" b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1.1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Introduction to DevSecOps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• What is DevSecOps and why it matters?</a:t>
                      </a:r>
                      <a:br>
                        <a:rPr lang="en-US" sz="1200" b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lang="en-US" sz="1200" b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• The "Shift-Left" Approach</a:t>
                      </a:r>
                      <a:br>
                        <a:rPr lang="en-US" sz="1200" b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lang="en-US" sz="1200" b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• Building a Shared Responsibility Model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8699840"/>
                  </a:ext>
                </a:extLst>
              </a:tr>
              <a:tr h="292958">
                <a:tc>
                  <a:txBody>
                    <a:bodyPr/>
                    <a:lstStyle/>
                    <a:p>
                      <a:r>
                        <a:rPr lang="en-US" sz="1200" b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1.2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Managing Open-Source Risks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• Introduction to Software Composition Analysis (SCA)</a:t>
                      </a:r>
                      <a:br>
                        <a:rPr lang="en-US" sz="1200" b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lang="en-US" sz="1200" b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• Finding vulnerabilities in dependencies</a:t>
                      </a:r>
                      <a:br>
                        <a:rPr lang="en-US" sz="1200" b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lang="en-US" sz="1200" b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• Hands-on with an SCA tool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2729666"/>
                  </a:ext>
                </a:extLst>
              </a:tr>
              <a:tr h="292958">
                <a:tc>
                  <a:txBody>
                    <a:bodyPr/>
                    <a:lstStyle/>
                    <a:p>
                      <a:r>
                        <a:rPr lang="en-US" sz="1200" b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1.3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Secure Code Analysis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• Common code flaws (OWASP Top 10)</a:t>
                      </a:r>
                      <a:br>
                        <a:rPr lang="en-US" sz="1200" b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lang="en-US" sz="1200" b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• Introduction to Static Application Security Testing (SAST)</a:t>
                      </a:r>
                      <a:br>
                        <a:rPr lang="en-US" sz="1200" b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lang="en-US" sz="1200" b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• Hands-on with a SAST tool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1975025"/>
                  </a:ext>
                </a:extLst>
              </a:tr>
              <a:tr h="292958">
                <a:tc gridSpan="3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Day 2: Pipeline &amp; Infrastructure Security</a:t>
                      </a:r>
                      <a:endParaRPr lang="en-US" sz="1200" b="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Day 2: Pipeline &amp; Infrastructure Security</a:t>
                      </a:r>
                      <a:endParaRPr lang="en-US" sz="1200" b="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200" b="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6903320"/>
                  </a:ext>
                </a:extLst>
              </a:tr>
              <a:tr h="292958">
                <a:tc>
                  <a:txBody>
                    <a:bodyPr/>
                    <a:lstStyle/>
                    <a:p>
                      <a:r>
                        <a:rPr lang="en-US" sz="1200" b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2.1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Securing the CI/CD Pipeline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• Automating security tools in the pipeline</a:t>
                      </a:r>
                      <a:br>
                        <a:rPr lang="en-US" sz="1200" b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lang="en-US" sz="1200" b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• SAST, SCA, and secret scanning in CI</a:t>
                      </a:r>
                      <a:br>
                        <a:rPr lang="en-US" sz="1200" b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lang="en-US" sz="1200" b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• Using gates to block risky builds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987185"/>
                  </a:ext>
                </a:extLst>
              </a:tr>
              <a:tr h="292958">
                <a:tc>
                  <a:txBody>
                    <a:bodyPr/>
                    <a:lstStyle/>
                    <a:p>
                      <a:r>
                        <a:rPr lang="en-US" sz="1200" b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2.2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Infrastructure as Code Security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• Security risks in Terraform/CloudFormation</a:t>
                      </a:r>
                      <a:br>
                        <a:rPr lang="en-US" sz="1200" b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lang="en-US" sz="1200" b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• Scanning IaC for misconfigurations</a:t>
                      </a:r>
                      <a:br>
                        <a:rPr lang="en-US" sz="1200" b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lang="en-US" sz="1200" b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• Hands-on: Securing a cloud template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0248889"/>
                  </a:ext>
                </a:extLst>
              </a:tr>
              <a:tr h="292958">
                <a:tc>
                  <a:txBody>
                    <a:bodyPr/>
                    <a:lstStyle/>
                    <a:p>
                      <a:r>
                        <a:rPr lang="en-US" sz="1200" b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2.3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Dynamic Application Testing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• Introduction to Dynamic Application Security Testing (DAST)</a:t>
                      </a:r>
                      <a:b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• Scanning a running application</a:t>
                      </a:r>
                      <a:b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• Hands-on: DAST scan demo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918065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26194" y="149506"/>
            <a:ext cx="10515600" cy="654051"/>
          </a:xfrm>
        </p:spPr>
        <p:txBody>
          <a:bodyPr/>
          <a:lstStyle/>
          <a:p>
            <a:r>
              <a:rPr lang="en-GB" dirty="0"/>
              <a:t>PROGRAM CURRICULUM</a:t>
            </a:r>
          </a:p>
        </p:txBody>
      </p:sp>
    </p:spTree>
    <p:extLst>
      <p:ext uri="{BB962C8B-B14F-4D97-AF65-F5344CB8AC3E}">
        <p14:creationId xmlns:p14="http://schemas.microsoft.com/office/powerpoint/2010/main" val="3204156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9577486-1239-4430-B619-1ABAE2A139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9139071"/>
              </p:ext>
            </p:extLst>
          </p:nvPr>
        </p:nvGraphicFramePr>
        <p:xfrm>
          <a:off x="493748" y="828784"/>
          <a:ext cx="11393451" cy="2604734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7073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2950">
                  <a:extLst>
                    <a:ext uri="{9D8B030D-6E8A-4147-A177-3AD203B41FA5}">
                      <a16:colId xmlns:a16="http://schemas.microsoft.com/office/drawing/2014/main" val="534143256"/>
                    </a:ext>
                  </a:extLst>
                </a:gridCol>
                <a:gridCol w="7353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0814">
                <a:tc>
                  <a:txBody>
                    <a:bodyPr/>
                    <a:lstStyle/>
                    <a:p>
                      <a:pPr algn="l"/>
                      <a:r>
                        <a:rPr lang="en-US" sz="14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Sr No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Module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Content</a:t>
                      </a:r>
                      <a:endParaRPr lang="en-US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958">
                <a:tc gridSpan="3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Day 3: Cloud, Compliance &amp; Culture</a:t>
                      </a:r>
                      <a:endParaRPr lang="en-US" sz="1200" b="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Day 3: Cloud, Compliance &amp; Culture</a:t>
                      </a:r>
                      <a:endParaRPr lang="en-US" sz="1200" b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200" b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1589018"/>
                  </a:ext>
                </a:extLst>
              </a:tr>
              <a:tr h="292958">
                <a:tc>
                  <a:txBody>
                    <a:bodyPr/>
                    <a:lstStyle/>
                    <a:p>
                      <a:r>
                        <a:rPr lang="en-US" sz="1200" b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3.1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Cloud &amp; Container Security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• Securing containers and Kubernetes</a:t>
                      </a:r>
                      <a:br>
                        <a:rPr lang="en-US" sz="1200" b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lang="en-US" sz="1200" b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• Scanning container images for vulnerabilities</a:t>
                      </a:r>
                      <a:br>
                        <a:rPr lang="en-US" sz="1200" b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lang="en-US" sz="1200" b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• Cloud security basics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6099768"/>
                  </a:ext>
                </a:extLst>
              </a:tr>
              <a:tr h="292958">
                <a:tc>
                  <a:txBody>
                    <a:bodyPr/>
                    <a:lstStyle/>
                    <a:p>
                      <a:r>
                        <a:rPr lang="en-US" sz="1200" b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3.2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Compliance &amp; Threat Modeling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• Automating compliance checks (e.g., GDPR)</a:t>
                      </a:r>
                      <a:br>
                        <a:rPr lang="en-US" sz="1200" b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lang="en-US" sz="1200" b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• Introduction to threat modeling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0267646"/>
                  </a:ext>
                </a:extLst>
              </a:tr>
              <a:tr h="292958">
                <a:tc>
                  <a:txBody>
                    <a:bodyPr/>
                    <a:lstStyle/>
                    <a:p>
                      <a:r>
                        <a:rPr lang="en-US" sz="1200" b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3.3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Capstone &amp; Culture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• Building a simple </a:t>
                      </a:r>
                      <a:r>
                        <a:rPr lang="en-US" sz="1200" b="0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DevSecOps</a:t>
                      </a:r>
                      <a: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pipeline</a:t>
                      </a:r>
                      <a:b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• Fostering a security culture</a:t>
                      </a:r>
                      <a:b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• Course wrap-up and next steps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472711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26194" y="149506"/>
            <a:ext cx="10515600" cy="654051"/>
          </a:xfrm>
        </p:spPr>
        <p:txBody>
          <a:bodyPr/>
          <a:lstStyle/>
          <a:p>
            <a:r>
              <a:rPr lang="en-GB" dirty="0"/>
              <a:t>PROGRAM CURRICULUM</a:t>
            </a:r>
          </a:p>
        </p:txBody>
      </p:sp>
    </p:spTree>
    <p:extLst>
      <p:ext uri="{BB962C8B-B14F-4D97-AF65-F5344CB8AC3E}">
        <p14:creationId xmlns:p14="http://schemas.microsoft.com/office/powerpoint/2010/main" val="436942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/>
          <p:cNvPicPr>
            <a:picLocks noGrp="1" noChangeAspect="1"/>
          </p:cNvPicPr>
          <p:nvPr>
            <p:ph type="pic"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0ACB435-CC94-4A79-91D6-FFCD67E9C8AC}"/>
              </a:ext>
            </a:extLst>
          </p:cNvPr>
          <p:cNvSpPr txBox="1">
            <a:spLocks/>
          </p:cNvSpPr>
          <p:nvPr/>
        </p:nvSpPr>
        <p:spPr>
          <a:xfrm>
            <a:off x="690563" y="228600"/>
            <a:ext cx="7966521" cy="116919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Thank You!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91E6F4-0EB3-3446-B962-79A0A253F3F7}"/>
              </a:ext>
            </a:extLst>
          </p:cNvPr>
          <p:cNvSpPr/>
          <p:nvPr/>
        </p:nvSpPr>
        <p:spPr>
          <a:xfrm>
            <a:off x="6849149" y="3581400"/>
            <a:ext cx="375874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5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We build the workforce of the future.</a:t>
            </a:r>
            <a:endParaRPr kumimoji="0" lang="en-US" sz="2400" b="1" i="0" u="none" strike="noStrike" kern="1200" cap="none" spc="5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09600" y="1585830"/>
            <a:ext cx="3053136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5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 Scan Now For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5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Training solutions page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25341" y="224220"/>
            <a:ext cx="3607593" cy="1269702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668" y="2514600"/>
            <a:ext cx="266700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8669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Office Theme">
  <a:themeElements>
    <a:clrScheme name="Imarticus_Elearning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34855"/>
      </a:accent1>
      <a:accent2>
        <a:srgbClr val="F97700"/>
      </a:accent2>
      <a:accent3>
        <a:srgbClr val="4BC7A0"/>
      </a:accent3>
      <a:accent4>
        <a:srgbClr val="2AC6D1"/>
      </a:accent4>
      <a:accent5>
        <a:srgbClr val="5B9BD5"/>
      </a:accent5>
      <a:accent6>
        <a:srgbClr val="DD5148"/>
      </a:accent6>
      <a:hlink>
        <a:srgbClr val="333A45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2_16 9 THEME">
  <a:themeElements>
    <a:clrScheme name="Custom 415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BC7A0"/>
      </a:accent1>
      <a:accent2>
        <a:srgbClr val="2AC6D1"/>
      </a:accent2>
      <a:accent3>
        <a:srgbClr val="5B9BD5"/>
      </a:accent3>
      <a:accent4>
        <a:srgbClr val="E34855"/>
      </a:accent4>
      <a:accent5>
        <a:srgbClr val="F97700"/>
      </a:accent5>
      <a:accent6>
        <a:srgbClr val="DD5148"/>
      </a:accent6>
      <a:hlink>
        <a:srgbClr val="333A45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 THEME" id="{1940FB39-233D-4ADA-A60C-1446338C853C}" vid="{C54EF7A4-BC0E-45E8-B978-1B9EC1720998}"/>
    </a:ext>
  </a:extLst>
</a:theme>
</file>

<file path=ppt/theme/theme3.xml><?xml version="1.0" encoding="utf-8"?>
<a:theme xmlns:a="http://schemas.openxmlformats.org/drawingml/2006/main" name="Office Theme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Office Theme">
  <a:themeElements>
    <a:clrScheme name="Imarticus_Elearning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34855"/>
      </a:accent1>
      <a:accent2>
        <a:srgbClr val="F97700"/>
      </a:accent2>
      <a:accent3>
        <a:srgbClr val="4BC7A0"/>
      </a:accent3>
      <a:accent4>
        <a:srgbClr val="2AC6D1"/>
      </a:accent4>
      <a:accent5>
        <a:srgbClr val="5B9BD5"/>
      </a:accent5>
      <a:accent6>
        <a:srgbClr val="DD5148"/>
      </a:accent6>
      <a:hlink>
        <a:srgbClr val="333A45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13464</TotalTime>
  <Words>307</Words>
  <Application>Microsoft Office PowerPoint</Application>
  <PresentationFormat>Widescreen</PresentationFormat>
  <Paragraphs>48</Paragraphs>
  <Slides>5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5" baseType="lpstr">
      <vt:lpstr>Arial</vt:lpstr>
      <vt:lpstr>Calibri</vt:lpstr>
      <vt:lpstr>Cambria</vt:lpstr>
      <vt:lpstr>Montserrat</vt:lpstr>
      <vt:lpstr>Roboto</vt:lpstr>
      <vt:lpstr>1_Office Theme</vt:lpstr>
      <vt:lpstr>2_16 9 THEME</vt:lpstr>
      <vt:lpstr>Office Theme</vt:lpstr>
      <vt:lpstr>4_Office Theme</vt:lpstr>
      <vt:lpstr>think-cell Slide</vt:lpstr>
      <vt:lpstr>PowerPoint Presentation</vt:lpstr>
      <vt:lpstr>PowerPoint Presentation</vt:lpstr>
      <vt:lpstr>PROGRAM CURRICULUM</vt:lpstr>
      <vt:lpstr>PROGRAM CURRICULUM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Vivek Arora</cp:lastModifiedBy>
  <cp:revision>2065</cp:revision>
  <cp:lastPrinted>2020-10-05T05:14:58Z</cp:lastPrinted>
  <dcterms:created xsi:type="dcterms:W3CDTF">2020-10-05T04:35:02Z</dcterms:created>
  <dcterms:modified xsi:type="dcterms:W3CDTF">2025-11-24T03:55:59Z</dcterms:modified>
</cp:coreProperties>
</file>